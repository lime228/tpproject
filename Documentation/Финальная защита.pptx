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6" r:id="rId4"/>
    <p:sldId id="260" r:id="rId5"/>
    <p:sldId id="259" r:id="rId6"/>
    <p:sldId id="263" r:id="rId7"/>
    <p:sldId id="270" r:id="rId8"/>
    <p:sldId id="274" r:id="rId9"/>
    <p:sldId id="266" r:id="rId10"/>
    <p:sldId id="273" r:id="rId11"/>
    <p:sldId id="271" r:id="rId12"/>
    <p:sldId id="265" r:id="rId13"/>
    <p:sldId id="264" r:id="rId14"/>
    <p:sldId id="261" r:id="rId15"/>
    <p:sldId id="269" r:id="rId16"/>
    <p:sldId id="267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89F5"/>
    <a:srgbClr val="FFB851"/>
    <a:srgbClr val="3388FF"/>
    <a:srgbClr val="0FBDA0"/>
    <a:srgbClr val="FF3399"/>
    <a:srgbClr val="7A45E6"/>
    <a:srgbClr val="81177E"/>
    <a:srgbClr val="E8EDF1"/>
    <a:srgbClr val="F2CFEE"/>
    <a:srgbClr val="E8E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78" autoAdjust="0"/>
    <p:restoredTop sz="93762" autoAdjust="0"/>
  </p:normalViewPr>
  <p:slideViewPr>
    <p:cSldViewPr snapToGrid="0">
      <p:cViewPr varScale="1">
        <p:scale>
          <a:sx n="80" d="100"/>
          <a:sy n="80" d="100"/>
        </p:scale>
        <p:origin x="984" y="-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EF9D8-CBF2-4EF1-8D66-F6FF310BE69F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2F15C-BC97-4F3C-9728-F7FC905977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111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2F15C-BC97-4F3C-9728-F7FC9059773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018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CBB1F-7B98-539D-1182-E72BC9A96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7192D3-91ED-8B52-A6D0-5FC0E9838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5F9F7E-A0DF-C51D-35D1-4718B9C1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ADE5-939F-45FD-80A1-5AD1120E77A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89A0C3-FC69-82E0-1407-DBBA397E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6320AF-8746-6158-D0DE-DAA091E9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895B3-4E64-4946-B007-F8E802B4F0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875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58D4EF-57DC-D65A-7C51-7072587EE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4B0906-E2C3-BBFA-9508-BB52C9E9E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2CF621-0CA7-E272-8029-42833A3F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ADE5-939F-45FD-80A1-5AD1120E77A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FCB6C6-F65F-461B-2492-2B069115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C31BD1-8202-EA18-4AED-B9C30236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895B3-4E64-4946-B007-F8E802B4F0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379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597BA-311A-F411-7A31-69540CD6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0254D3-7FD3-08A1-ACA9-4D25687A9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73DA74-BFE3-1F86-8144-E3439C7C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ADE5-939F-45FD-80A1-5AD1120E77A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A6E223-FFCF-B25B-BF29-E331E56E0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50C735-E5E2-7804-E942-AEDD935E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895B3-4E64-4946-B007-F8E802B4F0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580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18CD8C-11E9-97E0-23EB-16655A44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C7226C-8EF0-4011-26D2-08FE9086FE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118EC1-1230-5814-5D36-7F17919DA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A6B2B6-92C6-015A-2601-4C07BAA3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ADE5-939F-45FD-80A1-5AD1120E77A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0B227F-4D96-A031-84B0-61BB79D6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2B7170-500E-116C-925D-5890599AC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895B3-4E64-4946-B007-F8E802B4F0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48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C6A21A-D990-63B0-22BF-E3B2261FD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EDE2EC-A7B1-07B4-C443-7FBEA5A08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60B658-3F67-66F8-6760-0BC33C6AD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69AC63E-90F5-3EB4-4D80-B8F6B16A6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1648564-949A-EEAD-3431-05906F09B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9FB666-AFDD-0A53-41D9-4817423BA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ADE5-939F-45FD-80A1-5AD1120E77A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298B946-CE5F-75BA-9FCD-3F6B160B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72904A3-21F4-5C0C-F3A1-C3FBAB5A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895B3-4E64-4946-B007-F8E802B4F0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190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8A71E-EEA5-187E-EDAF-FB3A0724D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AF7B75-CDB5-7F5E-F7A8-4396F277D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ADE5-939F-45FD-80A1-5AD1120E77A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5266C4F-1431-9CC8-D279-C5F026EA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7724A0-1EDB-3CCE-8554-C5AED7D4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895B3-4E64-4946-B007-F8E802B4F0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613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E24AE71-C52D-595D-3DE5-7A5B183D7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ADE5-939F-45FD-80A1-5AD1120E77A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F92F096-F851-5CFD-81DC-A7DAD061B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FBF542-CCF2-7767-A1DB-6EF71759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895B3-4E64-4946-B007-F8E802B4F0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34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4C383B-89A7-9A54-AE47-80A66F32F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E79C19-1DFF-A971-8DBA-2F4E59040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997181-96DC-E3CD-5E96-E8CD719DC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104633-55F1-DDC0-445D-FAF0AD52E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ADE5-939F-45FD-80A1-5AD1120E77A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405618-5E76-47FB-1D94-D8EC6EE22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48007C-A068-93C6-C74E-07E2B2A8F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895B3-4E64-4946-B007-F8E802B4F0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7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C2D8E-3451-FA6E-0C73-7AADFD3C3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AEFEE41-F216-69F9-394E-47ED7095C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437BA1-B1A3-80D2-CF33-B4E103A19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8C9196-A1DB-4909-4EE6-79A27D16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ADE5-939F-45FD-80A1-5AD1120E77A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6C14E9-E4D3-BAD3-A5A8-A3918A5E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E8D502-A4C2-33FB-546D-F5102BF1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895B3-4E64-4946-B007-F8E802B4F0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30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C8088-07D7-F4C3-C8DF-2871615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9996F6-3982-C4BD-D94F-5E6ECE6E0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DDBC36-7337-9952-5E4F-49093177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ADE5-939F-45FD-80A1-5AD1120E77A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C6501-E33B-53D5-55B3-9C5A90C97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D5D902-ABAE-B515-5C81-BFFD969C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895B3-4E64-4946-B007-F8E802B4F0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46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2E79F56-1449-9DB2-D87D-576AF07E3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737D71-4AF5-2E70-03E2-39B342EAC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2AF194-88DC-E20B-4BA8-E64F59335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ADE5-939F-45FD-80A1-5AD1120E77A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F67084-93F6-93DC-6FE5-8D4D25B0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06FDFD-56C3-386F-EECC-F224FD9F7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895B3-4E64-4946-B007-F8E802B4F0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31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868468-E6D1-A038-258D-9668C55C1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8BC14C-17CD-7E16-942D-718B1ECC3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B23346-7B59-A45C-8485-A89650E46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8ADE5-939F-45FD-80A1-5AD1120E77AE}" type="datetimeFigureOut">
              <a:rPr lang="ru-RU" smtClean="0"/>
              <a:t>04.06.2025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BC2FB8-E488-5956-658A-1EF287531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9FE92F-494E-82E7-EEAA-8AB7CAA79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895B3-4E64-4946-B007-F8E802B4F0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28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C6787F8-14A2-C0B6-F1EE-A239C8B894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29FF9-27B1-C8C4-7154-05067C058A2A}"/>
              </a:ext>
            </a:extLst>
          </p:cNvPr>
          <p:cNvSpPr txBox="1"/>
          <p:nvPr/>
        </p:nvSpPr>
        <p:spPr>
          <a:xfrm>
            <a:off x="644091" y="1209359"/>
            <a:ext cx="60517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Inter" panose="02000503000000020004" pitchFamily="2" charset="0"/>
                <a:ea typeface="Inter" panose="02000503000000020004" pitchFamily="2" charset="0"/>
              </a:rPr>
              <a:t>Za</a:t>
            </a:r>
            <a:r>
              <a:rPr lang="ru-RU" sz="7200" b="1" dirty="0">
                <a:latin typeface="Inter" panose="02000503000000020004" pitchFamily="2" charset="0"/>
                <a:ea typeface="Inter" panose="02000503000000020004" pitchFamily="2" charset="0"/>
              </a:rPr>
              <a:t>дач</a:t>
            </a:r>
            <a:r>
              <a:rPr lang="en-US" sz="7200" b="1" dirty="0">
                <a:latin typeface="Inter" panose="02000503000000020004" pitchFamily="2" charset="0"/>
                <a:ea typeface="Inter" panose="02000503000000020004" pitchFamily="2" charset="0"/>
              </a:rPr>
              <a:t>Ok</a:t>
            </a:r>
            <a:r>
              <a:rPr lang="ru-RU" sz="7200" b="1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9A54A5-1E53-753A-859D-501850586AF7}"/>
              </a:ext>
            </a:extLst>
          </p:cNvPr>
          <p:cNvSpPr txBox="1"/>
          <p:nvPr/>
        </p:nvSpPr>
        <p:spPr>
          <a:xfrm>
            <a:off x="8000056" y="2409688"/>
            <a:ext cx="43170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8 группа</a:t>
            </a:r>
          </a:p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Команда 8.2</a:t>
            </a:r>
          </a:p>
          <a:p>
            <a:endParaRPr lang="ru-RU" sz="28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Мосякин Владимир</a:t>
            </a:r>
          </a:p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Четвергов  Илья</a:t>
            </a:r>
          </a:p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Круглов Дмитрий</a:t>
            </a:r>
          </a:p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Зыков Александр </a:t>
            </a:r>
          </a:p>
          <a:p>
            <a:r>
              <a:rPr lang="ru-RU" sz="2800" dirty="0" err="1">
                <a:latin typeface="Inter" panose="02000503000000020004" pitchFamily="2" charset="0"/>
                <a:ea typeface="Inter" panose="02000503000000020004" pitchFamily="2" charset="0"/>
              </a:rPr>
              <a:t>Лышова</a:t>
            </a:r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 Ксения</a:t>
            </a:r>
          </a:p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Беляев Алексей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9A9A1-8C36-BAC8-2B6E-81F532508DBE}"/>
              </a:ext>
            </a:extLst>
          </p:cNvPr>
          <p:cNvSpPr txBox="1"/>
          <p:nvPr/>
        </p:nvSpPr>
        <p:spPr>
          <a:xfrm>
            <a:off x="383394" y="2409688"/>
            <a:ext cx="67007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Inter" panose="02000503000000020004" pitchFamily="2" charset="0"/>
                <a:ea typeface="Inter" panose="02000503000000020004" pitchFamily="2" charset="0"/>
              </a:rPr>
              <a:t>Планер для семейных задач</a:t>
            </a: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EC830366-E434-E855-F9EE-EA5FA22938A6}"/>
              </a:ext>
            </a:extLst>
          </p:cNvPr>
          <p:cNvSpPr/>
          <p:nvPr/>
        </p:nvSpPr>
        <p:spPr>
          <a:xfrm>
            <a:off x="-616579" y="3674652"/>
            <a:ext cx="3321622" cy="4009710"/>
          </a:xfrm>
          <a:custGeom>
            <a:avLst/>
            <a:gdLst>
              <a:gd name="connsiteX0" fmla="*/ 1915341 w 3321622"/>
              <a:gd name="connsiteY0" fmla="*/ 4008948 h 4009710"/>
              <a:gd name="connsiteX1" fmla="*/ 2401723 w 3321622"/>
              <a:gd name="connsiteY1" fmla="*/ 2958361 h 4009710"/>
              <a:gd name="connsiteX2" fmla="*/ 1662421 w 3321622"/>
              <a:gd name="connsiteY2" fmla="*/ 2433067 h 4009710"/>
              <a:gd name="connsiteX3" fmla="*/ 2246081 w 3321622"/>
              <a:gd name="connsiteY3" fmla="*/ 1265748 h 4009710"/>
              <a:gd name="connsiteX4" fmla="*/ 3316123 w 3321622"/>
              <a:gd name="connsiteY4" fmla="*/ 857187 h 4009710"/>
              <a:gd name="connsiteX5" fmla="*/ 2615732 w 3321622"/>
              <a:gd name="connsiteY5" fmla="*/ 1153 h 4009710"/>
              <a:gd name="connsiteX6" fmla="*/ 1565145 w 3321622"/>
              <a:gd name="connsiteY6" fmla="*/ 662633 h 4009710"/>
              <a:gd name="connsiteX7" fmla="*/ 514558 w 3321622"/>
              <a:gd name="connsiteY7" fmla="*/ 195706 h 4009710"/>
              <a:gd name="connsiteX8" fmla="*/ 67085 w 3321622"/>
              <a:gd name="connsiteY8" fmla="*/ 2783263 h 4009710"/>
              <a:gd name="connsiteX9" fmla="*/ 1915341 w 3321622"/>
              <a:gd name="connsiteY9" fmla="*/ 4008948 h 4009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21622" h="4009710">
                <a:moveTo>
                  <a:pt x="1915341" y="4008948"/>
                </a:moveTo>
                <a:cubicBezTo>
                  <a:pt x="2304447" y="4038131"/>
                  <a:pt x="2443876" y="3221008"/>
                  <a:pt x="2401723" y="2958361"/>
                </a:cubicBezTo>
                <a:cubicBezTo>
                  <a:pt x="2359570" y="2695714"/>
                  <a:pt x="1688361" y="2715169"/>
                  <a:pt x="1662421" y="2433067"/>
                </a:cubicBezTo>
                <a:cubicBezTo>
                  <a:pt x="1636481" y="2150965"/>
                  <a:pt x="1970464" y="1528395"/>
                  <a:pt x="2246081" y="1265748"/>
                </a:cubicBezTo>
                <a:cubicBezTo>
                  <a:pt x="2521698" y="1003101"/>
                  <a:pt x="3254515" y="1067953"/>
                  <a:pt x="3316123" y="857187"/>
                </a:cubicBezTo>
                <a:cubicBezTo>
                  <a:pt x="3377731" y="646421"/>
                  <a:pt x="2907562" y="33579"/>
                  <a:pt x="2615732" y="1153"/>
                </a:cubicBezTo>
                <a:cubicBezTo>
                  <a:pt x="2323902" y="-31273"/>
                  <a:pt x="1915340" y="630208"/>
                  <a:pt x="1565145" y="662633"/>
                </a:cubicBezTo>
                <a:cubicBezTo>
                  <a:pt x="1214950" y="695058"/>
                  <a:pt x="764235" y="-157732"/>
                  <a:pt x="514558" y="195706"/>
                </a:cubicBezTo>
                <a:cubicBezTo>
                  <a:pt x="264881" y="549144"/>
                  <a:pt x="-166379" y="2141237"/>
                  <a:pt x="67085" y="2783263"/>
                </a:cubicBezTo>
                <a:cubicBezTo>
                  <a:pt x="300549" y="3425288"/>
                  <a:pt x="1526235" y="3979765"/>
                  <a:pt x="1915341" y="4008948"/>
                </a:cubicBezTo>
                <a:close/>
              </a:path>
            </a:pathLst>
          </a:custGeom>
          <a:solidFill>
            <a:srgbClr val="9C8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A9EAA4AB-C8D6-80F1-36F9-8B490E2BFB67}"/>
              </a:ext>
            </a:extLst>
          </p:cNvPr>
          <p:cNvSpPr/>
          <p:nvPr/>
        </p:nvSpPr>
        <p:spPr>
          <a:xfrm rot="566083">
            <a:off x="1402709" y="-1156676"/>
            <a:ext cx="7632850" cy="1710077"/>
          </a:xfrm>
          <a:custGeom>
            <a:avLst/>
            <a:gdLst>
              <a:gd name="connsiteX0" fmla="*/ 7109444 w 7632850"/>
              <a:gd name="connsiteY0" fmla="*/ 33426 h 1710077"/>
              <a:gd name="connsiteX1" fmla="*/ 6965065 w 7632850"/>
              <a:gd name="connsiteY1" fmla="*/ 1111455 h 1710077"/>
              <a:gd name="connsiteX2" fmla="*/ 5328770 w 7632850"/>
              <a:gd name="connsiteY2" fmla="*/ 1121081 h 1710077"/>
              <a:gd name="connsiteX3" fmla="*/ 4443246 w 7632850"/>
              <a:gd name="connsiteY3" fmla="*/ 1708222 h 1710077"/>
              <a:gd name="connsiteX4" fmla="*/ 2710699 w 7632850"/>
              <a:gd name="connsiteY4" fmla="*/ 899699 h 1710077"/>
              <a:gd name="connsiteX5" fmla="*/ 1382412 w 7632850"/>
              <a:gd name="connsiteY5" fmla="*/ 841948 h 1710077"/>
              <a:gd name="connsiteX6" fmla="*/ 294758 w 7632850"/>
              <a:gd name="connsiteY6" fmla="*/ 322184 h 1710077"/>
              <a:gd name="connsiteX7" fmla="*/ 7109444 w 7632850"/>
              <a:gd name="connsiteY7" fmla="*/ 33426 h 171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32850" h="1710077">
                <a:moveTo>
                  <a:pt x="7109444" y="33426"/>
                </a:moveTo>
                <a:cubicBezTo>
                  <a:pt x="8221162" y="164971"/>
                  <a:pt x="7261844" y="930179"/>
                  <a:pt x="6965065" y="1111455"/>
                </a:cubicBezTo>
                <a:cubicBezTo>
                  <a:pt x="6668286" y="1292731"/>
                  <a:pt x="5749073" y="1021620"/>
                  <a:pt x="5328770" y="1121081"/>
                </a:cubicBezTo>
                <a:cubicBezTo>
                  <a:pt x="4908467" y="1220542"/>
                  <a:pt x="4879591" y="1745119"/>
                  <a:pt x="4443246" y="1708222"/>
                </a:cubicBezTo>
                <a:cubicBezTo>
                  <a:pt x="4006901" y="1671325"/>
                  <a:pt x="3220838" y="1044078"/>
                  <a:pt x="2710699" y="899699"/>
                </a:cubicBezTo>
                <a:cubicBezTo>
                  <a:pt x="2200560" y="755320"/>
                  <a:pt x="1785069" y="938200"/>
                  <a:pt x="1382412" y="841948"/>
                </a:cubicBezTo>
                <a:cubicBezTo>
                  <a:pt x="979755" y="745696"/>
                  <a:pt x="-661351" y="452125"/>
                  <a:pt x="294758" y="322184"/>
                </a:cubicBezTo>
                <a:cubicBezTo>
                  <a:pt x="1250867" y="192243"/>
                  <a:pt x="5997726" y="-98119"/>
                  <a:pt x="7109444" y="33426"/>
                </a:cubicBezTo>
                <a:close/>
              </a:path>
            </a:pathLst>
          </a:custGeom>
          <a:solidFill>
            <a:srgbClr val="9C8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снимок экрана, Графика, Шрифт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C0AFABB-F6F0-C639-A304-9E344E238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675" y="356923"/>
            <a:ext cx="1904762" cy="1904762"/>
          </a:xfrm>
          <a:prstGeom prst="rect">
            <a:avLst/>
          </a:prstGeom>
          <a:ln>
            <a:noFill/>
          </a:ln>
        </p:spPr>
      </p:pic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97D09C68-E3B3-A795-63E5-91EF5CB76BE2}"/>
              </a:ext>
            </a:extLst>
          </p:cNvPr>
          <p:cNvSpPr/>
          <p:nvPr/>
        </p:nvSpPr>
        <p:spPr>
          <a:xfrm>
            <a:off x="2942097" y="5022844"/>
            <a:ext cx="4551036" cy="3062519"/>
          </a:xfrm>
          <a:custGeom>
            <a:avLst/>
            <a:gdLst>
              <a:gd name="connsiteX0" fmla="*/ 821381 w 4551036"/>
              <a:gd name="connsiteY0" fmla="*/ 2860247 h 3062519"/>
              <a:gd name="connsiteX1" fmla="*/ 677002 w 4551036"/>
              <a:gd name="connsiteY1" fmla="*/ 1762967 h 3062519"/>
              <a:gd name="connsiteX2" fmla="*/ 1167890 w 4551036"/>
              <a:gd name="connsiteY2" fmla="*/ 1397207 h 3062519"/>
              <a:gd name="connsiteX3" fmla="*/ 1273768 w 4551036"/>
              <a:gd name="connsiteY3" fmla="*/ 925569 h 3062519"/>
              <a:gd name="connsiteX4" fmla="*/ 2072665 w 4551036"/>
              <a:gd name="connsiteY4" fmla="*/ 723438 h 3062519"/>
              <a:gd name="connsiteX5" fmla="*/ 2659806 w 4551036"/>
              <a:gd name="connsiteY5" fmla="*/ 1204701 h 3062519"/>
              <a:gd name="connsiteX6" fmla="*/ 3439452 w 4551036"/>
              <a:gd name="connsiteY6" fmla="*/ 1368331 h 3062519"/>
              <a:gd name="connsiteX7" fmla="*/ 4170972 w 4551036"/>
              <a:gd name="connsiteY7" fmla="*/ 2205729 h 3062519"/>
              <a:gd name="connsiteX8" fmla="*/ 4527107 w 4551036"/>
              <a:gd name="connsiteY8" fmla="*/ 2022849 h 3062519"/>
              <a:gd name="connsiteX9" fmla="*/ 4421229 w 4551036"/>
              <a:gd name="connsiteY9" fmla="*/ 1262453 h 3062519"/>
              <a:gd name="connsiteX10" fmla="*/ 3641583 w 4551036"/>
              <a:gd name="connsiteY10" fmla="*/ 790815 h 3062519"/>
              <a:gd name="connsiteX11" fmla="*/ 2871562 w 4551036"/>
              <a:gd name="connsiteY11" fmla="*/ 838941 h 3062519"/>
              <a:gd name="connsiteX12" fmla="*/ 2245920 w 4551036"/>
              <a:gd name="connsiteY12" fmla="*/ 1543 h 3062519"/>
              <a:gd name="connsiteX13" fmla="*/ 840631 w 4551036"/>
              <a:gd name="connsiteY13" fmla="*/ 627185 h 3062519"/>
              <a:gd name="connsiteX14" fmla="*/ 3234 w 4551036"/>
              <a:gd name="connsiteY14" fmla="*/ 482807 h 3062519"/>
              <a:gd name="connsiteX15" fmla="*/ 561499 w 4551036"/>
              <a:gd name="connsiteY15" fmla="*/ 2831371 h 3062519"/>
              <a:gd name="connsiteX16" fmla="*/ 821381 w 4551036"/>
              <a:gd name="connsiteY16" fmla="*/ 2860247 h 306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51036" h="3062519">
                <a:moveTo>
                  <a:pt x="821381" y="2860247"/>
                </a:moveTo>
                <a:cubicBezTo>
                  <a:pt x="840631" y="2682180"/>
                  <a:pt x="619251" y="2006807"/>
                  <a:pt x="677002" y="1762967"/>
                </a:cubicBezTo>
                <a:cubicBezTo>
                  <a:pt x="734753" y="1519127"/>
                  <a:pt x="1068429" y="1536773"/>
                  <a:pt x="1167890" y="1397207"/>
                </a:cubicBezTo>
                <a:cubicBezTo>
                  <a:pt x="1267351" y="1257641"/>
                  <a:pt x="1122972" y="1037864"/>
                  <a:pt x="1273768" y="925569"/>
                </a:cubicBezTo>
                <a:cubicBezTo>
                  <a:pt x="1424564" y="813274"/>
                  <a:pt x="1841659" y="676916"/>
                  <a:pt x="2072665" y="723438"/>
                </a:cubicBezTo>
                <a:cubicBezTo>
                  <a:pt x="2303671" y="769960"/>
                  <a:pt x="2432008" y="1097219"/>
                  <a:pt x="2659806" y="1204701"/>
                </a:cubicBezTo>
                <a:cubicBezTo>
                  <a:pt x="2887604" y="1312183"/>
                  <a:pt x="3187591" y="1201493"/>
                  <a:pt x="3439452" y="1368331"/>
                </a:cubicBezTo>
                <a:cubicBezTo>
                  <a:pt x="3691313" y="1535169"/>
                  <a:pt x="3989696" y="2096643"/>
                  <a:pt x="4170972" y="2205729"/>
                </a:cubicBezTo>
                <a:cubicBezTo>
                  <a:pt x="4352248" y="2314815"/>
                  <a:pt x="4485397" y="2180062"/>
                  <a:pt x="4527107" y="2022849"/>
                </a:cubicBezTo>
                <a:cubicBezTo>
                  <a:pt x="4568817" y="1865636"/>
                  <a:pt x="4568816" y="1467792"/>
                  <a:pt x="4421229" y="1262453"/>
                </a:cubicBezTo>
                <a:cubicBezTo>
                  <a:pt x="4273642" y="1057114"/>
                  <a:pt x="3899861" y="861400"/>
                  <a:pt x="3641583" y="790815"/>
                </a:cubicBezTo>
                <a:cubicBezTo>
                  <a:pt x="3383305" y="720230"/>
                  <a:pt x="3104172" y="970486"/>
                  <a:pt x="2871562" y="838941"/>
                </a:cubicBezTo>
                <a:cubicBezTo>
                  <a:pt x="2638952" y="707396"/>
                  <a:pt x="2584408" y="36836"/>
                  <a:pt x="2245920" y="1543"/>
                </a:cubicBezTo>
                <a:cubicBezTo>
                  <a:pt x="1907432" y="-33750"/>
                  <a:pt x="1214412" y="546974"/>
                  <a:pt x="840631" y="627185"/>
                </a:cubicBezTo>
                <a:cubicBezTo>
                  <a:pt x="466850" y="707396"/>
                  <a:pt x="49756" y="115443"/>
                  <a:pt x="3234" y="482807"/>
                </a:cubicBezTo>
                <a:cubicBezTo>
                  <a:pt x="-43288" y="850171"/>
                  <a:pt x="425141" y="2441548"/>
                  <a:pt x="561499" y="2831371"/>
                </a:cubicBezTo>
                <a:cubicBezTo>
                  <a:pt x="697857" y="3221194"/>
                  <a:pt x="802131" y="3038314"/>
                  <a:pt x="821381" y="2860247"/>
                </a:cubicBezTo>
                <a:close/>
              </a:path>
            </a:pathLst>
          </a:custGeom>
          <a:solidFill>
            <a:srgbClr val="9C8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49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C17F8-DF22-3DDB-8A85-0904E794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27B73D4-2BCD-C70C-0CAB-532311C76E43}"/>
              </a:ext>
            </a:extLst>
          </p:cNvPr>
          <p:cNvSpPr/>
          <p:nvPr/>
        </p:nvSpPr>
        <p:spPr>
          <a:xfrm>
            <a:off x="-50595" y="-134304"/>
            <a:ext cx="5318876" cy="7070895"/>
          </a:xfrm>
          <a:prstGeom prst="rect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B96D84E3-0C69-680C-72F8-C5EF78F1C432}"/>
              </a:ext>
            </a:extLst>
          </p:cNvPr>
          <p:cNvSpPr/>
          <p:nvPr/>
        </p:nvSpPr>
        <p:spPr>
          <a:xfrm>
            <a:off x="-722363" y="2928822"/>
            <a:ext cx="3403796" cy="5119057"/>
          </a:xfrm>
          <a:custGeom>
            <a:avLst/>
            <a:gdLst>
              <a:gd name="connsiteX0" fmla="*/ 2606865 w 3403796"/>
              <a:gd name="connsiteY0" fmla="*/ 5117096 h 5119057"/>
              <a:gd name="connsiteX1" fmla="*/ 3368865 w 3403796"/>
              <a:gd name="connsiteY1" fmla="*/ 4651429 h 5119057"/>
              <a:gd name="connsiteX2" fmla="*/ 2987865 w 3403796"/>
              <a:gd name="connsiteY2" fmla="*/ 3999496 h 5119057"/>
              <a:gd name="connsiteX3" fmla="*/ 3368865 w 3403796"/>
              <a:gd name="connsiteY3" fmla="*/ 3533829 h 5119057"/>
              <a:gd name="connsiteX4" fmla="*/ 1921065 w 3403796"/>
              <a:gd name="connsiteY4" fmla="*/ 2839563 h 5119057"/>
              <a:gd name="connsiteX5" fmla="*/ 2141199 w 3403796"/>
              <a:gd name="connsiteY5" fmla="*/ 2077563 h 5119057"/>
              <a:gd name="connsiteX6" fmla="*/ 972799 w 3403796"/>
              <a:gd name="connsiteY6" fmla="*/ 2263829 h 5119057"/>
              <a:gd name="connsiteX7" fmla="*/ 1032065 w 3403796"/>
              <a:gd name="connsiteY7" fmla="*/ 858363 h 5119057"/>
              <a:gd name="connsiteX8" fmla="*/ 41465 w 3403796"/>
              <a:gd name="connsiteY8" fmla="*/ 3229 h 5119057"/>
              <a:gd name="connsiteX9" fmla="*/ 185399 w 3403796"/>
              <a:gd name="connsiteY9" fmla="*/ 1154696 h 5119057"/>
              <a:gd name="connsiteX10" fmla="*/ 176932 w 3403796"/>
              <a:gd name="connsiteY10" fmla="*/ 1916696 h 5119057"/>
              <a:gd name="connsiteX11" fmla="*/ 422465 w 3403796"/>
              <a:gd name="connsiteY11" fmla="*/ 2610963 h 5119057"/>
              <a:gd name="connsiteX12" fmla="*/ 1150599 w 3403796"/>
              <a:gd name="connsiteY12" fmla="*/ 2771829 h 5119057"/>
              <a:gd name="connsiteX13" fmla="*/ 1226799 w 3403796"/>
              <a:gd name="connsiteY13" fmla="*/ 3406829 h 5119057"/>
              <a:gd name="connsiteX14" fmla="*/ 2166599 w 3403796"/>
              <a:gd name="connsiteY14" fmla="*/ 3423763 h 5119057"/>
              <a:gd name="connsiteX15" fmla="*/ 2378265 w 3403796"/>
              <a:gd name="connsiteY15" fmla="*/ 4278896 h 5119057"/>
              <a:gd name="connsiteX16" fmla="*/ 2835465 w 3403796"/>
              <a:gd name="connsiteY16" fmla="*/ 4634496 h 5119057"/>
              <a:gd name="connsiteX17" fmla="*/ 2666132 w 3403796"/>
              <a:gd name="connsiteY17" fmla="*/ 5108629 h 5119057"/>
              <a:gd name="connsiteX18" fmla="*/ 2056532 w 3403796"/>
              <a:gd name="connsiteY18" fmla="*/ 4888496 h 5119057"/>
              <a:gd name="connsiteX19" fmla="*/ 2022665 w 3403796"/>
              <a:gd name="connsiteY19" fmla="*/ 4820763 h 5119057"/>
              <a:gd name="connsiteX20" fmla="*/ 2606865 w 3403796"/>
              <a:gd name="connsiteY20" fmla="*/ 5117096 h 511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03796" h="5119057">
                <a:moveTo>
                  <a:pt x="2606865" y="5117096"/>
                </a:moveTo>
                <a:cubicBezTo>
                  <a:pt x="2831232" y="5088874"/>
                  <a:pt x="3305365" y="4837696"/>
                  <a:pt x="3368865" y="4651429"/>
                </a:cubicBezTo>
                <a:cubicBezTo>
                  <a:pt x="3432365" y="4465162"/>
                  <a:pt x="2987865" y="4185763"/>
                  <a:pt x="2987865" y="3999496"/>
                </a:cubicBezTo>
                <a:cubicBezTo>
                  <a:pt x="2987865" y="3813229"/>
                  <a:pt x="3546665" y="3727151"/>
                  <a:pt x="3368865" y="3533829"/>
                </a:cubicBezTo>
                <a:cubicBezTo>
                  <a:pt x="3191065" y="3340507"/>
                  <a:pt x="2125676" y="3082274"/>
                  <a:pt x="1921065" y="2839563"/>
                </a:cubicBezTo>
                <a:cubicBezTo>
                  <a:pt x="1716454" y="2596852"/>
                  <a:pt x="2299243" y="2173519"/>
                  <a:pt x="2141199" y="2077563"/>
                </a:cubicBezTo>
                <a:cubicBezTo>
                  <a:pt x="1983155" y="1981607"/>
                  <a:pt x="1157655" y="2467029"/>
                  <a:pt x="972799" y="2263829"/>
                </a:cubicBezTo>
                <a:cubicBezTo>
                  <a:pt x="787943" y="2060629"/>
                  <a:pt x="1187287" y="1235130"/>
                  <a:pt x="1032065" y="858363"/>
                </a:cubicBezTo>
                <a:cubicBezTo>
                  <a:pt x="876843" y="481596"/>
                  <a:pt x="182576" y="-46160"/>
                  <a:pt x="41465" y="3229"/>
                </a:cubicBezTo>
                <a:cubicBezTo>
                  <a:pt x="-99646" y="52618"/>
                  <a:pt x="162821" y="835785"/>
                  <a:pt x="185399" y="1154696"/>
                </a:cubicBezTo>
                <a:cubicBezTo>
                  <a:pt x="207977" y="1473607"/>
                  <a:pt x="137421" y="1673985"/>
                  <a:pt x="176932" y="1916696"/>
                </a:cubicBezTo>
                <a:cubicBezTo>
                  <a:pt x="216443" y="2159407"/>
                  <a:pt x="260187" y="2468441"/>
                  <a:pt x="422465" y="2610963"/>
                </a:cubicBezTo>
                <a:cubicBezTo>
                  <a:pt x="584743" y="2753485"/>
                  <a:pt x="1016543" y="2639185"/>
                  <a:pt x="1150599" y="2771829"/>
                </a:cubicBezTo>
                <a:cubicBezTo>
                  <a:pt x="1284655" y="2904473"/>
                  <a:pt x="1057466" y="3298173"/>
                  <a:pt x="1226799" y="3406829"/>
                </a:cubicBezTo>
                <a:cubicBezTo>
                  <a:pt x="1396132" y="3515485"/>
                  <a:pt x="1974688" y="3278419"/>
                  <a:pt x="2166599" y="3423763"/>
                </a:cubicBezTo>
                <a:cubicBezTo>
                  <a:pt x="2358510" y="3569107"/>
                  <a:pt x="2266787" y="4077107"/>
                  <a:pt x="2378265" y="4278896"/>
                </a:cubicBezTo>
                <a:cubicBezTo>
                  <a:pt x="2489743" y="4480685"/>
                  <a:pt x="2787487" y="4496207"/>
                  <a:pt x="2835465" y="4634496"/>
                </a:cubicBezTo>
                <a:cubicBezTo>
                  <a:pt x="2883443" y="4772785"/>
                  <a:pt x="2795954" y="5066296"/>
                  <a:pt x="2666132" y="5108629"/>
                </a:cubicBezTo>
                <a:cubicBezTo>
                  <a:pt x="2536310" y="5150962"/>
                  <a:pt x="2163776" y="4936474"/>
                  <a:pt x="2056532" y="4888496"/>
                </a:cubicBezTo>
                <a:cubicBezTo>
                  <a:pt x="1949288" y="4840518"/>
                  <a:pt x="1929532" y="4781252"/>
                  <a:pt x="2022665" y="4820763"/>
                </a:cubicBezTo>
                <a:cubicBezTo>
                  <a:pt x="2115798" y="4860274"/>
                  <a:pt x="2382498" y="5145318"/>
                  <a:pt x="2606865" y="5117096"/>
                </a:cubicBezTo>
                <a:close/>
              </a:path>
            </a:pathLst>
          </a:custGeom>
          <a:solidFill>
            <a:srgbClr val="9C8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00B22BED-CAEE-53D8-10E5-54A11844B5AF}"/>
              </a:ext>
            </a:extLst>
          </p:cNvPr>
          <p:cNvSpPr/>
          <p:nvPr/>
        </p:nvSpPr>
        <p:spPr>
          <a:xfrm rot="12423103">
            <a:off x="2621913" y="-3526328"/>
            <a:ext cx="2646415" cy="4276371"/>
          </a:xfrm>
          <a:custGeom>
            <a:avLst/>
            <a:gdLst>
              <a:gd name="connsiteX0" fmla="*/ 553454 w 2646415"/>
              <a:gd name="connsiteY0" fmla="*/ 9162 h 4276371"/>
              <a:gd name="connsiteX1" fmla="*/ 3121 w 2646415"/>
              <a:gd name="connsiteY1" fmla="*/ 1753295 h 4276371"/>
              <a:gd name="connsiteX2" fmla="*/ 756654 w 2646415"/>
              <a:gd name="connsiteY2" fmla="*/ 3463562 h 4276371"/>
              <a:gd name="connsiteX3" fmla="*/ 1357787 w 2646415"/>
              <a:gd name="connsiteY3" fmla="*/ 2786229 h 4276371"/>
              <a:gd name="connsiteX4" fmla="*/ 2195987 w 2646415"/>
              <a:gd name="connsiteY4" fmla="*/ 4276362 h 4276371"/>
              <a:gd name="connsiteX5" fmla="*/ 2585454 w 2646415"/>
              <a:gd name="connsiteY5" fmla="*/ 2760829 h 4276371"/>
              <a:gd name="connsiteX6" fmla="*/ 917521 w 2646415"/>
              <a:gd name="connsiteY6" fmla="*/ 2252829 h 4276371"/>
              <a:gd name="connsiteX7" fmla="*/ 2035121 w 2646415"/>
              <a:gd name="connsiteY7" fmla="*/ 1118295 h 4276371"/>
              <a:gd name="connsiteX8" fmla="*/ 553454 w 2646415"/>
              <a:gd name="connsiteY8" fmla="*/ 9162 h 4276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6415" h="4276371">
                <a:moveTo>
                  <a:pt x="553454" y="9162"/>
                </a:moveTo>
                <a:cubicBezTo>
                  <a:pt x="214787" y="114995"/>
                  <a:pt x="-30746" y="1177562"/>
                  <a:pt x="3121" y="1753295"/>
                </a:cubicBezTo>
                <a:cubicBezTo>
                  <a:pt x="36988" y="2329028"/>
                  <a:pt x="530876" y="3291406"/>
                  <a:pt x="756654" y="3463562"/>
                </a:cubicBezTo>
                <a:cubicBezTo>
                  <a:pt x="982432" y="3635718"/>
                  <a:pt x="1117898" y="2650762"/>
                  <a:pt x="1357787" y="2786229"/>
                </a:cubicBezTo>
                <a:cubicBezTo>
                  <a:pt x="1597676" y="2921696"/>
                  <a:pt x="1991376" y="4280595"/>
                  <a:pt x="2195987" y="4276362"/>
                </a:cubicBezTo>
                <a:cubicBezTo>
                  <a:pt x="2400598" y="4272129"/>
                  <a:pt x="2798532" y="3098085"/>
                  <a:pt x="2585454" y="2760829"/>
                </a:cubicBezTo>
                <a:cubicBezTo>
                  <a:pt x="2372376" y="2423574"/>
                  <a:pt x="1009243" y="2526585"/>
                  <a:pt x="917521" y="2252829"/>
                </a:cubicBezTo>
                <a:cubicBezTo>
                  <a:pt x="825799" y="1979073"/>
                  <a:pt x="2090154" y="1495062"/>
                  <a:pt x="2035121" y="1118295"/>
                </a:cubicBezTo>
                <a:cubicBezTo>
                  <a:pt x="1980088" y="741528"/>
                  <a:pt x="892121" y="-96671"/>
                  <a:pt x="553454" y="9162"/>
                </a:cubicBezTo>
                <a:close/>
              </a:path>
            </a:pathLst>
          </a:custGeom>
          <a:solidFill>
            <a:srgbClr val="9C8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850978-9F0F-A34D-CF30-6F50E3E31205}"/>
              </a:ext>
            </a:extLst>
          </p:cNvPr>
          <p:cNvSpPr txBox="1"/>
          <p:nvPr/>
        </p:nvSpPr>
        <p:spPr>
          <a:xfrm>
            <a:off x="-50595" y="2544101"/>
            <a:ext cx="54690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Inter" panose="02000503000000020004" pitchFamily="2" charset="0"/>
                <a:ea typeface="Inter" panose="02000503000000020004" pitchFamily="2" charset="0"/>
              </a:rPr>
              <a:t>Зачем мы нужны?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470038-E287-BBFB-94B7-1DAA5121F03C}"/>
              </a:ext>
            </a:extLst>
          </p:cNvPr>
          <p:cNvSpPr/>
          <p:nvPr/>
        </p:nvSpPr>
        <p:spPr>
          <a:xfrm>
            <a:off x="11059427" y="5842534"/>
            <a:ext cx="1132573" cy="1015465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DC9E0-1496-E39A-5C7D-48F0760AAFDC}"/>
              </a:ext>
            </a:extLst>
          </p:cNvPr>
          <p:cNvSpPr txBox="1"/>
          <p:nvPr/>
        </p:nvSpPr>
        <p:spPr>
          <a:xfrm>
            <a:off x="11405936" y="5977289"/>
            <a:ext cx="500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C341FC-3F0F-FB79-43F9-5E9C81318F0E}"/>
              </a:ext>
            </a:extLst>
          </p:cNvPr>
          <p:cNvSpPr txBox="1"/>
          <p:nvPr/>
        </p:nvSpPr>
        <p:spPr>
          <a:xfrm>
            <a:off x="5894539" y="1948496"/>
            <a:ext cx="5601771" cy="2960426"/>
          </a:xfrm>
          <a:custGeom>
            <a:avLst/>
            <a:gdLst>
              <a:gd name="connsiteX0" fmla="*/ 0 w 5601771"/>
              <a:gd name="connsiteY0" fmla="*/ 0 h 2960426"/>
              <a:gd name="connsiteX1" fmla="*/ 560177 w 5601771"/>
              <a:gd name="connsiteY1" fmla="*/ 0 h 2960426"/>
              <a:gd name="connsiteX2" fmla="*/ 1232390 w 5601771"/>
              <a:gd name="connsiteY2" fmla="*/ 0 h 2960426"/>
              <a:gd name="connsiteX3" fmla="*/ 1904602 w 5601771"/>
              <a:gd name="connsiteY3" fmla="*/ 0 h 2960426"/>
              <a:gd name="connsiteX4" fmla="*/ 2352744 w 5601771"/>
              <a:gd name="connsiteY4" fmla="*/ 0 h 2960426"/>
              <a:gd name="connsiteX5" fmla="*/ 3024956 w 5601771"/>
              <a:gd name="connsiteY5" fmla="*/ 0 h 2960426"/>
              <a:gd name="connsiteX6" fmla="*/ 3697169 w 5601771"/>
              <a:gd name="connsiteY6" fmla="*/ 0 h 2960426"/>
              <a:gd name="connsiteX7" fmla="*/ 4313364 w 5601771"/>
              <a:gd name="connsiteY7" fmla="*/ 0 h 2960426"/>
              <a:gd name="connsiteX8" fmla="*/ 4985576 w 5601771"/>
              <a:gd name="connsiteY8" fmla="*/ 0 h 2960426"/>
              <a:gd name="connsiteX9" fmla="*/ 5601771 w 5601771"/>
              <a:gd name="connsiteY9" fmla="*/ 0 h 2960426"/>
              <a:gd name="connsiteX10" fmla="*/ 5601771 w 5601771"/>
              <a:gd name="connsiteY10" fmla="*/ 621689 h 2960426"/>
              <a:gd name="connsiteX11" fmla="*/ 5601771 w 5601771"/>
              <a:gd name="connsiteY11" fmla="*/ 1154566 h 2960426"/>
              <a:gd name="connsiteX12" fmla="*/ 5601771 w 5601771"/>
              <a:gd name="connsiteY12" fmla="*/ 1776256 h 2960426"/>
              <a:gd name="connsiteX13" fmla="*/ 5601771 w 5601771"/>
              <a:gd name="connsiteY13" fmla="*/ 2397945 h 2960426"/>
              <a:gd name="connsiteX14" fmla="*/ 5601771 w 5601771"/>
              <a:gd name="connsiteY14" fmla="*/ 2960426 h 2960426"/>
              <a:gd name="connsiteX15" fmla="*/ 4929558 w 5601771"/>
              <a:gd name="connsiteY15" fmla="*/ 2960426 h 2960426"/>
              <a:gd name="connsiteX16" fmla="*/ 4257346 w 5601771"/>
              <a:gd name="connsiteY16" fmla="*/ 2960426 h 2960426"/>
              <a:gd name="connsiteX17" fmla="*/ 3697169 w 5601771"/>
              <a:gd name="connsiteY17" fmla="*/ 2960426 h 2960426"/>
              <a:gd name="connsiteX18" fmla="*/ 3305045 w 5601771"/>
              <a:gd name="connsiteY18" fmla="*/ 2960426 h 2960426"/>
              <a:gd name="connsiteX19" fmla="*/ 2912921 w 5601771"/>
              <a:gd name="connsiteY19" fmla="*/ 2960426 h 2960426"/>
              <a:gd name="connsiteX20" fmla="*/ 2520797 w 5601771"/>
              <a:gd name="connsiteY20" fmla="*/ 2960426 h 2960426"/>
              <a:gd name="connsiteX21" fmla="*/ 2016638 w 5601771"/>
              <a:gd name="connsiteY21" fmla="*/ 2960426 h 2960426"/>
              <a:gd name="connsiteX22" fmla="*/ 1512478 w 5601771"/>
              <a:gd name="connsiteY22" fmla="*/ 2960426 h 2960426"/>
              <a:gd name="connsiteX23" fmla="*/ 1064336 w 5601771"/>
              <a:gd name="connsiteY23" fmla="*/ 2960426 h 2960426"/>
              <a:gd name="connsiteX24" fmla="*/ 0 w 5601771"/>
              <a:gd name="connsiteY24" fmla="*/ 2960426 h 2960426"/>
              <a:gd name="connsiteX25" fmla="*/ 0 w 5601771"/>
              <a:gd name="connsiteY25" fmla="*/ 2309132 h 2960426"/>
              <a:gd name="connsiteX26" fmla="*/ 0 w 5601771"/>
              <a:gd name="connsiteY26" fmla="*/ 1746651 h 2960426"/>
              <a:gd name="connsiteX27" fmla="*/ 0 w 5601771"/>
              <a:gd name="connsiteY27" fmla="*/ 1154566 h 2960426"/>
              <a:gd name="connsiteX28" fmla="*/ 0 w 5601771"/>
              <a:gd name="connsiteY28" fmla="*/ 562481 h 2960426"/>
              <a:gd name="connsiteX29" fmla="*/ 0 w 5601771"/>
              <a:gd name="connsiteY29" fmla="*/ 0 h 2960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601771" h="2960426" extrusionOk="0">
                <a:moveTo>
                  <a:pt x="0" y="0"/>
                </a:moveTo>
                <a:cubicBezTo>
                  <a:pt x="259580" y="-23995"/>
                  <a:pt x="344129" y="2973"/>
                  <a:pt x="560177" y="0"/>
                </a:cubicBezTo>
                <a:cubicBezTo>
                  <a:pt x="776225" y="-2973"/>
                  <a:pt x="1020865" y="64954"/>
                  <a:pt x="1232390" y="0"/>
                </a:cubicBezTo>
                <a:cubicBezTo>
                  <a:pt x="1443915" y="-64954"/>
                  <a:pt x="1611402" y="47054"/>
                  <a:pt x="1904602" y="0"/>
                </a:cubicBezTo>
                <a:cubicBezTo>
                  <a:pt x="2197802" y="-47054"/>
                  <a:pt x="2238293" y="39730"/>
                  <a:pt x="2352744" y="0"/>
                </a:cubicBezTo>
                <a:cubicBezTo>
                  <a:pt x="2467195" y="-39730"/>
                  <a:pt x="2705040" y="12271"/>
                  <a:pt x="3024956" y="0"/>
                </a:cubicBezTo>
                <a:cubicBezTo>
                  <a:pt x="3344872" y="-12271"/>
                  <a:pt x="3501517" y="15182"/>
                  <a:pt x="3697169" y="0"/>
                </a:cubicBezTo>
                <a:cubicBezTo>
                  <a:pt x="3892821" y="-15182"/>
                  <a:pt x="4140037" y="56181"/>
                  <a:pt x="4313364" y="0"/>
                </a:cubicBezTo>
                <a:cubicBezTo>
                  <a:pt x="4486692" y="-56181"/>
                  <a:pt x="4842328" y="11771"/>
                  <a:pt x="4985576" y="0"/>
                </a:cubicBezTo>
                <a:cubicBezTo>
                  <a:pt x="5128824" y="-11771"/>
                  <a:pt x="5378132" y="65947"/>
                  <a:pt x="5601771" y="0"/>
                </a:cubicBezTo>
                <a:cubicBezTo>
                  <a:pt x="5629741" y="163816"/>
                  <a:pt x="5538476" y="415925"/>
                  <a:pt x="5601771" y="621689"/>
                </a:cubicBezTo>
                <a:cubicBezTo>
                  <a:pt x="5665066" y="827453"/>
                  <a:pt x="5579415" y="920295"/>
                  <a:pt x="5601771" y="1154566"/>
                </a:cubicBezTo>
                <a:cubicBezTo>
                  <a:pt x="5624127" y="1388837"/>
                  <a:pt x="5582696" y="1482768"/>
                  <a:pt x="5601771" y="1776256"/>
                </a:cubicBezTo>
                <a:cubicBezTo>
                  <a:pt x="5620846" y="2069744"/>
                  <a:pt x="5531296" y="2177747"/>
                  <a:pt x="5601771" y="2397945"/>
                </a:cubicBezTo>
                <a:cubicBezTo>
                  <a:pt x="5672246" y="2618143"/>
                  <a:pt x="5542234" y="2732024"/>
                  <a:pt x="5601771" y="2960426"/>
                </a:cubicBezTo>
                <a:cubicBezTo>
                  <a:pt x="5442085" y="2992242"/>
                  <a:pt x="5211698" y="2948055"/>
                  <a:pt x="4929558" y="2960426"/>
                </a:cubicBezTo>
                <a:cubicBezTo>
                  <a:pt x="4647418" y="2972797"/>
                  <a:pt x="4414844" y="2942567"/>
                  <a:pt x="4257346" y="2960426"/>
                </a:cubicBezTo>
                <a:cubicBezTo>
                  <a:pt x="4099848" y="2978285"/>
                  <a:pt x="3904450" y="2901532"/>
                  <a:pt x="3697169" y="2960426"/>
                </a:cubicBezTo>
                <a:cubicBezTo>
                  <a:pt x="3489888" y="3019320"/>
                  <a:pt x="3452175" y="2920883"/>
                  <a:pt x="3305045" y="2960426"/>
                </a:cubicBezTo>
                <a:cubicBezTo>
                  <a:pt x="3157915" y="2999969"/>
                  <a:pt x="3034311" y="2940959"/>
                  <a:pt x="2912921" y="2960426"/>
                </a:cubicBezTo>
                <a:cubicBezTo>
                  <a:pt x="2791531" y="2979893"/>
                  <a:pt x="2611397" y="2939404"/>
                  <a:pt x="2520797" y="2960426"/>
                </a:cubicBezTo>
                <a:cubicBezTo>
                  <a:pt x="2430197" y="2981448"/>
                  <a:pt x="2191250" y="2923204"/>
                  <a:pt x="2016638" y="2960426"/>
                </a:cubicBezTo>
                <a:cubicBezTo>
                  <a:pt x="1842026" y="2997648"/>
                  <a:pt x="1715963" y="2924817"/>
                  <a:pt x="1512478" y="2960426"/>
                </a:cubicBezTo>
                <a:cubicBezTo>
                  <a:pt x="1308993" y="2996035"/>
                  <a:pt x="1268373" y="2952969"/>
                  <a:pt x="1064336" y="2960426"/>
                </a:cubicBezTo>
                <a:cubicBezTo>
                  <a:pt x="860299" y="2967883"/>
                  <a:pt x="257665" y="2918825"/>
                  <a:pt x="0" y="2960426"/>
                </a:cubicBezTo>
                <a:cubicBezTo>
                  <a:pt x="-41144" y="2781364"/>
                  <a:pt x="71527" y="2564031"/>
                  <a:pt x="0" y="2309132"/>
                </a:cubicBezTo>
                <a:cubicBezTo>
                  <a:pt x="-71527" y="2054233"/>
                  <a:pt x="56067" y="1935029"/>
                  <a:pt x="0" y="1746651"/>
                </a:cubicBezTo>
                <a:cubicBezTo>
                  <a:pt x="-56067" y="1558273"/>
                  <a:pt x="39869" y="1448511"/>
                  <a:pt x="0" y="1154566"/>
                </a:cubicBezTo>
                <a:cubicBezTo>
                  <a:pt x="-39869" y="860621"/>
                  <a:pt x="58908" y="800719"/>
                  <a:pt x="0" y="562481"/>
                </a:cubicBezTo>
                <a:cubicBezTo>
                  <a:pt x="-58908" y="324243"/>
                  <a:pt x="44457" y="116207"/>
                  <a:pt x="0" y="0"/>
                </a:cubicBezTo>
                <a:close/>
              </a:path>
            </a:pathLst>
          </a:custGeom>
          <a:noFill/>
          <a:ln w="57150">
            <a:solidFill>
              <a:srgbClr val="F2CFEE"/>
            </a:solidFill>
            <a:extLst>
              <a:ext uri="{C807C97D-BFC1-408E-A445-0C87EB9F89A2}">
                <ask:lineSketchStyleProps xmlns:ask="http://schemas.microsoft.com/office/drawing/2018/sketchyshapes" sd="14122817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>
                <a:latin typeface="Inter" panose="02000503000000020004" pitchFamily="2" charset="0"/>
                <a:ea typeface="Inter" panose="02000503000000020004" pitchFamily="2" charset="0"/>
              </a:rPr>
              <a:t>Распределение семейных обязанностей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>
                <a:latin typeface="Inter" panose="02000503000000020004" pitchFamily="2" charset="0"/>
                <a:ea typeface="Inter" panose="02000503000000020004" pitchFamily="2" charset="0"/>
              </a:rPr>
              <a:t>Поощрение детей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3200" dirty="0">
                <a:latin typeface="Inter" panose="02000503000000020004" pitchFamily="2" charset="0"/>
                <a:ea typeface="Inter" panose="02000503000000020004" pitchFamily="2" charset="0"/>
              </a:rPr>
              <a:t>Напоминания </a:t>
            </a:r>
          </a:p>
        </p:txBody>
      </p:sp>
      <p:pic>
        <p:nvPicPr>
          <p:cNvPr id="15" name="Рисунок 14" descr="Будильник со сплошной заливкой">
            <a:extLst>
              <a:ext uri="{FF2B5EF4-FFF2-40B4-BE49-F238E27FC236}">
                <a16:creationId xmlns:a16="http://schemas.microsoft.com/office/drawing/2014/main" id="{184B46D7-9922-8CF9-9F6E-31E7FE60B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9200" y="-134304"/>
            <a:ext cx="20828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911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FBB1605B-0701-36D3-A90B-9742213FDEAF}"/>
              </a:ext>
            </a:extLst>
          </p:cNvPr>
          <p:cNvSpPr/>
          <p:nvPr/>
        </p:nvSpPr>
        <p:spPr>
          <a:xfrm>
            <a:off x="6917308" y="2981076"/>
            <a:ext cx="5051616" cy="13694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DB87488-5B01-9EB2-94FE-1B71C3AEDFB4}"/>
              </a:ext>
            </a:extLst>
          </p:cNvPr>
          <p:cNvSpPr/>
          <p:nvPr/>
        </p:nvSpPr>
        <p:spPr>
          <a:xfrm>
            <a:off x="5382615" y="416844"/>
            <a:ext cx="5051616" cy="13694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9E3B576-BFE4-D0D1-1380-B161C7BEF793}"/>
              </a:ext>
            </a:extLst>
          </p:cNvPr>
          <p:cNvSpPr/>
          <p:nvPr/>
        </p:nvSpPr>
        <p:spPr>
          <a:xfrm>
            <a:off x="-9059" y="-106448"/>
            <a:ext cx="5318876" cy="7070895"/>
          </a:xfrm>
          <a:prstGeom prst="rect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FFF41C-3BBB-11DF-2888-609BE83ADD26}"/>
              </a:ext>
            </a:extLst>
          </p:cNvPr>
          <p:cNvSpPr txBox="1"/>
          <p:nvPr/>
        </p:nvSpPr>
        <p:spPr>
          <a:xfrm>
            <a:off x="1126345" y="2659558"/>
            <a:ext cx="48118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Inter" panose="02000503000000020004" pitchFamily="2" charset="0"/>
                <a:ea typeface="Inter" panose="02000503000000020004" pitchFamily="2" charset="0"/>
              </a:rPr>
              <a:t>Наша ЦА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6E9F5B5-052E-1946-50EA-33487FCAD988}"/>
              </a:ext>
            </a:extLst>
          </p:cNvPr>
          <p:cNvSpPr/>
          <p:nvPr/>
        </p:nvSpPr>
        <p:spPr>
          <a:xfrm>
            <a:off x="11059427" y="5842534"/>
            <a:ext cx="1132573" cy="1015465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B39A7-846E-34C7-0A82-3B453EF4D4F1}"/>
              </a:ext>
            </a:extLst>
          </p:cNvPr>
          <p:cNvSpPr txBox="1"/>
          <p:nvPr/>
        </p:nvSpPr>
        <p:spPr>
          <a:xfrm>
            <a:off x="11405936" y="5977289"/>
            <a:ext cx="500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3</a:t>
            </a: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7FFC1DD-8833-A1C3-5DBF-1E78B79124B2}"/>
              </a:ext>
            </a:extLst>
          </p:cNvPr>
          <p:cNvSpPr/>
          <p:nvPr/>
        </p:nvSpPr>
        <p:spPr>
          <a:xfrm>
            <a:off x="-685723" y="-324118"/>
            <a:ext cx="2822019" cy="2655049"/>
          </a:xfrm>
          <a:custGeom>
            <a:avLst/>
            <a:gdLst>
              <a:gd name="connsiteX0" fmla="*/ 1532746 w 2822019"/>
              <a:gd name="connsiteY0" fmla="*/ 93112 h 2655049"/>
              <a:gd name="connsiteX1" fmla="*/ 1898506 w 2822019"/>
              <a:gd name="connsiteY1" fmla="*/ 535874 h 2655049"/>
              <a:gd name="connsiteX2" fmla="*/ 1706001 w 2822019"/>
              <a:gd name="connsiteY2" fmla="*/ 1046013 h 2655049"/>
              <a:gd name="connsiteX3" fmla="*/ 1176611 w 2822019"/>
              <a:gd name="connsiteY3" fmla="*/ 843882 h 2655049"/>
              <a:gd name="connsiteX4" fmla="*/ 907104 w 2822019"/>
              <a:gd name="connsiteY4" fmla="*/ 1623529 h 2655049"/>
              <a:gd name="connsiteX5" fmla="*/ 204460 w 2822019"/>
              <a:gd name="connsiteY5" fmla="*/ 1758282 h 2655049"/>
              <a:gd name="connsiteX6" fmla="*/ 40830 w 2822019"/>
              <a:gd name="connsiteY6" fmla="*/ 2393550 h 2655049"/>
              <a:gd name="connsiteX7" fmla="*/ 858978 w 2822019"/>
              <a:gd name="connsiteY7" fmla="*/ 2624556 h 2655049"/>
              <a:gd name="connsiteX8" fmla="*/ 1426868 w 2822019"/>
              <a:gd name="connsiteY8" fmla="*/ 1758282 h 2655049"/>
              <a:gd name="connsiteX9" fmla="*/ 2764780 w 2822019"/>
              <a:gd name="connsiteY9" fmla="*/ 1382897 h 2655049"/>
              <a:gd name="connsiteX10" fmla="*/ 2476022 w 2822019"/>
              <a:gd name="connsiteY10" fmla="*/ 121987 h 2655049"/>
              <a:gd name="connsiteX11" fmla="*/ 1532746 w 2822019"/>
              <a:gd name="connsiteY11" fmla="*/ 93112 h 2655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22019" h="2655049">
                <a:moveTo>
                  <a:pt x="1532746" y="93112"/>
                </a:moveTo>
                <a:cubicBezTo>
                  <a:pt x="1436493" y="162093"/>
                  <a:pt x="1869630" y="377057"/>
                  <a:pt x="1898506" y="535874"/>
                </a:cubicBezTo>
                <a:cubicBezTo>
                  <a:pt x="1927382" y="694691"/>
                  <a:pt x="1826317" y="994678"/>
                  <a:pt x="1706001" y="1046013"/>
                </a:cubicBezTo>
                <a:cubicBezTo>
                  <a:pt x="1585685" y="1097348"/>
                  <a:pt x="1309760" y="747629"/>
                  <a:pt x="1176611" y="843882"/>
                </a:cubicBezTo>
                <a:cubicBezTo>
                  <a:pt x="1043462" y="940135"/>
                  <a:pt x="1069129" y="1471129"/>
                  <a:pt x="907104" y="1623529"/>
                </a:cubicBezTo>
                <a:cubicBezTo>
                  <a:pt x="745079" y="1775929"/>
                  <a:pt x="348839" y="1629945"/>
                  <a:pt x="204460" y="1758282"/>
                </a:cubicBezTo>
                <a:cubicBezTo>
                  <a:pt x="60081" y="1886619"/>
                  <a:pt x="-68256" y="2249171"/>
                  <a:pt x="40830" y="2393550"/>
                </a:cubicBezTo>
                <a:cubicBezTo>
                  <a:pt x="149916" y="2537929"/>
                  <a:pt x="627972" y="2730434"/>
                  <a:pt x="858978" y="2624556"/>
                </a:cubicBezTo>
                <a:cubicBezTo>
                  <a:pt x="1089984" y="2518678"/>
                  <a:pt x="1109234" y="1965225"/>
                  <a:pt x="1426868" y="1758282"/>
                </a:cubicBezTo>
                <a:cubicBezTo>
                  <a:pt x="1744502" y="1551339"/>
                  <a:pt x="2589921" y="1655613"/>
                  <a:pt x="2764780" y="1382897"/>
                </a:cubicBezTo>
                <a:cubicBezTo>
                  <a:pt x="2939639" y="1110181"/>
                  <a:pt x="2676548" y="333743"/>
                  <a:pt x="2476022" y="121987"/>
                </a:cubicBezTo>
                <a:cubicBezTo>
                  <a:pt x="2275496" y="-89769"/>
                  <a:pt x="1628999" y="24131"/>
                  <a:pt x="1532746" y="93112"/>
                </a:cubicBezTo>
                <a:close/>
              </a:path>
            </a:pathLst>
          </a:custGeom>
          <a:solidFill>
            <a:srgbClr val="9C8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39EA697C-9601-3D72-C4BE-42CF27F9B9AE}"/>
              </a:ext>
            </a:extLst>
          </p:cNvPr>
          <p:cNvSpPr/>
          <p:nvPr/>
        </p:nvSpPr>
        <p:spPr>
          <a:xfrm>
            <a:off x="-485569" y="4601304"/>
            <a:ext cx="3010774" cy="3049779"/>
          </a:xfrm>
          <a:custGeom>
            <a:avLst/>
            <a:gdLst>
              <a:gd name="connsiteX0" fmla="*/ 1871607 w 3010774"/>
              <a:gd name="connsiteY0" fmla="*/ 2867900 h 3049779"/>
              <a:gd name="connsiteX1" fmla="*/ 2304744 w 3010774"/>
              <a:gd name="connsiteY1" fmla="*/ 2781273 h 3049779"/>
              <a:gd name="connsiteX2" fmla="*/ 2121864 w 3010774"/>
              <a:gd name="connsiteY2" fmla="*/ 2194132 h 3049779"/>
              <a:gd name="connsiteX3" fmla="*/ 1168963 w 3010774"/>
              <a:gd name="connsiteY3" fmla="*/ 2001627 h 3049779"/>
              <a:gd name="connsiteX4" fmla="*/ 1245965 w 3010774"/>
              <a:gd name="connsiteY4" fmla="*/ 1395235 h 3049779"/>
              <a:gd name="connsiteX5" fmla="*/ 832078 w 3010774"/>
              <a:gd name="connsiteY5" fmla="*/ 605963 h 3049779"/>
              <a:gd name="connsiteX6" fmla="*/ 110184 w 3010774"/>
              <a:gd name="connsiteY6" fmla="*/ 605963 h 3049779"/>
              <a:gd name="connsiteX7" fmla="*/ 81308 w 3010774"/>
              <a:gd name="connsiteY7" fmla="*/ 18822 h 3049779"/>
              <a:gd name="connsiteX8" fmla="*/ 870580 w 3010774"/>
              <a:gd name="connsiteY8" fmla="*/ 143951 h 3049779"/>
              <a:gd name="connsiteX9" fmla="*/ 1534723 w 3010774"/>
              <a:gd name="connsiteY9" fmla="*/ 134325 h 3049779"/>
              <a:gd name="connsiteX10" fmla="*/ 1582849 w 3010774"/>
              <a:gd name="connsiteY10" fmla="*/ 557837 h 3049779"/>
              <a:gd name="connsiteX11" fmla="*/ 2420247 w 3010774"/>
              <a:gd name="connsiteY11" fmla="*/ 1029475 h 3049779"/>
              <a:gd name="connsiteX12" fmla="*/ 1967860 w 3010774"/>
              <a:gd name="connsiteY12" fmla="*/ 1645492 h 3049779"/>
              <a:gd name="connsiteX13" fmla="*/ 3007388 w 3010774"/>
              <a:gd name="connsiteY13" fmla="*/ 2540641 h 3049779"/>
              <a:gd name="connsiteX14" fmla="*/ 2285493 w 3010774"/>
              <a:gd name="connsiteY14" fmla="*/ 3041155 h 3049779"/>
              <a:gd name="connsiteX15" fmla="*/ 1871607 w 3010774"/>
              <a:gd name="connsiteY15" fmla="*/ 2867900 h 3049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010774" h="3049779">
                <a:moveTo>
                  <a:pt x="1871607" y="2867900"/>
                </a:moveTo>
                <a:cubicBezTo>
                  <a:pt x="1874815" y="2824586"/>
                  <a:pt x="2263035" y="2893568"/>
                  <a:pt x="2304744" y="2781273"/>
                </a:cubicBezTo>
                <a:cubicBezTo>
                  <a:pt x="2346453" y="2668978"/>
                  <a:pt x="2311161" y="2324073"/>
                  <a:pt x="2121864" y="2194132"/>
                </a:cubicBezTo>
                <a:cubicBezTo>
                  <a:pt x="1932567" y="2064191"/>
                  <a:pt x="1314946" y="2134776"/>
                  <a:pt x="1168963" y="2001627"/>
                </a:cubicBezTo>
                <a:cubicBezTo>
                  <a:pt x="1022980" y="1868478"/>
                  <a:pt x="1302112" y="1627846"/>
                  <a:pt x="1245965" y="1395235"/>
                </a:cubicBezTo>
                <a:cubicBezTo>
                  <a:pt x="1189818" y="1162624"/>
                  <a:pt x="1021375" y="737508"/>
                  <a:pt x="832078" y="605963"/>
                </a:cubicBezTo>
                <a:cubicBezTo>
                  <a:pt x="642781" y="474418"/>
                  <a:pt x="235312" y="703820"/>
                  <a:pt x="110184" y="605963"/>
                </a:cubicBezTo>
                <a:cubicBezTo>
                  <a:pt x="-14944" y="508106"/>
                  <a:pt x="-45425" y="95824"/>
                  <a:pt x="81308" y="18822"/>
                </a:cubicBezTo>
                <a:cubicBezTo>
                  <a:pt x="208041" y="-58180"/>
                  <a:pt x="628344" y="124701"/>
                  <a:pt x="870580" y="143951"/>
                </a:cubicBezTo>
                <a:cubicBezTo>
                  <a:pt x="1112816" y="163201"/>
                  <a:pt x="1416012" y="65344"/>
                  <a:pt x="1534723" y="134325"/>
                </a:cubicBezTo>
                <a:cubicBezTo>
                  <a:pt x="1653434" y="203306"/>
                  <a:pt x="1435262" y="408645"/>
                  <a:pt x="1582849" y="557837"/>
                </a:cubicBezTo>
                <a:cubicBezTo>
                  <a:pt x="1730436" y="707029"/>
                  <a:pt x="2356079" y="848199"/>
                  <a:pt x="2420247" y="1029475"/>
                </a:cubicBezTo>
                <a:cubicBezTo>
                  <a:pt x="2484415" y="1210751"/>
                  <a:pt x="1870003" y="1393631"/>
                  <a:pt x="1967860" y="1645492"/>
                </a:cubicBezTo>
                <a:cubicBezTo>
                  <a:pt x="2065717" y="1897353"/>
                  <a:pt x="2954449" y="2308030"/>
                  <a:pt x="3007388" y="2540641"/>
                </a:cubicBezTo>
                <a:cubicBezTo>
                  <a:pt x="3060327" y="2773251"/>
                  <a:pt x="2477998" y="2991425"/>
                  <a:pt x="2285493" y="3041155"/>
                </a:cubicBezTo>
                <a:cubicBezTo>
                  <a:pt x="2092988" y="3090885"/>
                  <a:pt x="1868399" y="2911214"/>
                  <a:pt x="1871607" y="2867900"/>
                </a:cubicBezTo>
                <a:close/>
              </a:path>
            </a:pathLst>
          </a:custGeom>
          <a:solidFill>
            <a:srgbClr val="9C8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CE6BB1-466D-E515-25FC-183B252B431D}"/>
              </a:ext>
            </a:extLst>
          </p:cNvPr>
          <p:cNvSpPr txBox="1"/>
          <p:nvPr/>
        </p:nvSpPr>
        <p:spPr>
          <a:xfrm>
            <a:off x="5752547" y="641798"/>
            <a:ext cx="467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Возраст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25–40 лет  </a:t>
            </a:r>
          </a:p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Регион</a:t>
            </a:r>
            <a:r>
              <a:rPr lang="en-US" sz="2800" dirty="0"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Россия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1C128-322F-9325-285E-0AAC95451217}"/>
              </a:ext>
            </a:extLst>
          </p:cNvPr>
          <p:cNvSpPr txBox="1"/>
          <p:nvPr/>
        </p:nvSpPr>
        <p:spPr>
          <a:xfrm>
            <a:off x="7545671" y="3185899"/>
            <a:ext cx="467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Семейные пары с детьми</a:t>
            </a:r>
          </a:p>
        </p:txBody>
      </p:sp>
      <p:pic>
        <p:nvPicPr>
          <p:cNvPr id="22" name="Рисунок 21" descr="Семья с двумя детьми контур">
            <a:extLst>
              <a:ext uri="{FF2B5EF4-FFF2-40B4-BE49-F238E27FC236}">
                <a16:creationId xmlns:a16="http://schemas.microsoft.com/office/drawing/2014/main" id="{401D3097-232B-B69A-C7DA-AE81BC0BA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1348" y="4330387"/>
            <a:ext cx="2538479" cy="253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845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D9CB-4B52-F79F-38D6-28D4735FE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BFA4FA08-9CAE-CAE3-DB09-5BF904072F18}"/>
              </a:ext>
            </a:extLst>
          </p:cNvPr>
          <p:cNvSpPr/>
          <p:nvPr/>
        </p:nvSpPr>
        <p:spPr>
          <a:xfrm>
            <a:off x="15995587" y="1863491"/>
            <a:ext cx="901801" cy="3875270"/>
          </a:xfrm>
          <a:custGeom>
            <a:avLst/>
            <a:gdLst>
              <a:gd name="connsiteX0" fmla="*/ 121126 w 1165411"/>
              <a:gd name="connsiteY0" fmla="*/ 282905 h 3875270"/>
              <a:gd name="connsiteX1" fmla="*/ 506137 w 1165411"/>
              <a:gd name="connsiteY1" fmla="*/ 966298 h 3875270"/>
              <a:gd name="connsiteX2" fmla="*/ 390633 w 1165411"/>
              <a:gd name="connsiteY2" fmla="*/ 1861448 h 3875270"/>
              <a:gd name="connsiteX3" fmla="*/ 5623 w 1165411"/>
              <a:gd name="connsiteY3" fmla="*/ 2496715 h 3875270"/>
              <a:gd name="connsiteX4" fmla="*/ 198128 w 1165411"/>
              <a:gd name="connsiteY4" fmla="*/ 3747999 h 3875270"/>
              <a:gd name="connsiteX5" fmla="*/ 689017 w 1165411"/>
              <a:gd name="connsiteY5" fmla="*/ 3719124 h 3875270"/>
              <a:gd name="connsiteX6" fmla="*/ 592764 w 1165411"/>
              <a:gd name="connsiteY6" fmla="*/ 2737347 h 3875270"/>
              <a:gd name="connsiteX7" fmla="*/ 939273 w 1165411"/>
              <a:gd name="connsiteY7" fmla="*/ 1851823 h 3875270"/>
              <a:gd name="connsiteX8" fmla="*/ 1151029 w 1165411"/>
              <a:gd name="connsiteY8" fmla="*/ 956673 h 3875270"/>
              <a:gd name="connsiteX9" fmla="*/ 535012 w 1165411"/>
              <a:gd name="connsiteY9" fmla="*/ 32648 h 3875270"/>
              <a:gd name="connsiteX10" fmla="*/ 121126 w 1165411"/>
              <a:gd name="connsiteY10" fmla="*/ 282905 h 3875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5411" h="3875270">
                <a:moveTo>
                  <a:pt x="121126" y="282905"/>
                </a:moveTo>
                <a:cubicBezTo>
                  <a:pt x="116313" y="438513"/>
                  <a:pt x="461219" y="703208"/>
                  <a:pt x="506137" y="966298"/>
                </a:cubicBezTo>
                <a:cubicBezTo>
                  <a:pt x="551055" y="1229389"/>
                  <a:pt x="474052" y="1606379"/>
                  <a:pt x="390633" y="1861448"/>
                </a:cubicBezTo>
                <a:cubicBezTo>
                  <a:pt x="307214" y="2116517"/>
                  <a:pt x="37707" y="2182290"/>
                  <a:pt x="5623" y="2496715"/>
                </a:cubicBezTo>
                <a:cubicBezTo>
                  <a:pt x="-26461" y="2811140"/>
                  <a:pt x="84229" y="3544264"/>
                  <a:pt x="198128" y="3747999"/>
                </a:cubicBezTo>
                <a:cubicBezTo>
                  <a:pt x="312027" y="3951734"/>
                  <a:pt x="623244" y="3887566"/>
                  <a:pt x="689017" y="3719124"/>
                </a:cubicBezTo>
                <a:cubicBezTo>
                  <a:pt x="754790" y="3550682"/>
                  <a:pt x="551055" y="3048564"/>
                  <a:pt x="592764" y="2737347"/>
                </a:cubicBezTo>
                <a:cubicBezTo>
                  <a:pt x="634473" y="2426130"/>
                  <a:pt x="846229" y="2148602"/>
                  <a:pt x="939273" y="1851823"/>
                </a:cubicBezTo>
                <a:cubicBezTo>
                  <a:pt x="1032317" y="1555044"/>
                  <a:pt x="1218406" y="1259869"/>
                  <a:pt x="1151029" y="956673"/>
                </a:cubicBezTo>
                <a:cubicBezTo>
                  <a:pt x="1083652" y="653477"/>
                  <a:pt x="703454" y="146547"/>
                  <a:pt x="535012" y="32648"/>
                </a:cubicBezTo>
                <a:cubicBezTo>
                  <a:pt x="366570" y="-81251"/>
                  <a:pt x="125939" y="127297"/>
                  <a:pt x="121126" y="282905"/>
                </a:cubicBezTo>
                <a:close/>
              </a:path>
            </a:pathLst>
          </a:custGeom>
          <a:solidFill>
            <a:srgbClr val="F2CFEE"/>
          </a:solidFill>
          <a:ln>
            <a:solidFill>
              <a:srgbClr val="F2CF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F27A08D-643E-6651-DA95-0CD35A30393A}"/>
              </a:ext>
            </a:extLst>
          </p:cNvPr>
          <p:cNvSpPr/>
          <p:nvPr/>
        </p:nvSpPr>
        <p:spPr>
          <a:xfrm>
            <a:off x="5910488" y="4942302"/>
            <a:ext cx="4886331" cy="118959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2A7D5F7-6620-3B4C-A4D9-B5DE447294E5}"/>
              </a:ext>
            </a:extLst>
          </p:cNvPr>
          <p:cNvSpPr/>
          <p:nvPr/>
        </p:nvSpPr>
        <p:spPr>
          <a:xfrm>
            <a:off x="5464235" y="3076846"/>
            <a:ext cx="4039307" cy="10558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2BD31F1-F771-0DA4-277F-43E2376A6182}"/>
              </a:ext>
            </a:extLst>
          </p:cNvPr>
          <p:cNvSpPr/>
          <p:nvPr/>
        </p:nvSpPr>
        <p:spPr>
          <a:xfrm>
            <a:off x="6007811" y="833140"/>
            <a:ext cx="5051616" cy="13694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0067CE8-8EB4-CC9D-847F-752A3538EEB9}"/>
              </a:ext>
            </a:extLst>
          </p:cNvPr>
          <p:cNvSpPr/>
          <p:nvPr/>
        </p:nvSpPr>
        <p:spPr>
          <a:xfrm>
            <a:off x="0" y="-106448"/>
            <a:ext cx="5318876" cy="7070895"/>
          </a:xfrm>
          <a:prstGeom prst="rect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0BE13-45F6-7413-28A6-7EA3AC315A46}"/>
              </a:ext>
            </a:extLst>
          </p:cNvPr>
          <p:cNvSpPr txBox="1"/>
          <p:nvPr/>
        </p:nvSpPr>
        <p:spPr>
          <a:xfrm>
            <a:off x="550388" y="2544100"/>
            <a:ext cx="48118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Inter" panose="02000503000000020004" pitchFamily="2" charset="0"/>
                <a:ea typeface="Inter" panose="02000503000000020004" pitchFamily="2" charset="0"/>
              </a:rPr>
              <a:t>Монетизация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F72AA3D-8B6E-5C01-1833-BFF17393F000}"/>
              </a:ext>
            </a:extLst>
          </p:cNvPr>
          <p:cNvSpPr/>
          <p:nvPr/>
        </p:nvSpPr>
        <p:spPr>
          <a:xfrm>
            <a:off x="11059427" y="5842534"/>
            <a:ext cx="1132573" cy="1015465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B72E4-0EE1-9608-EEDF-461BC3DBB2EB}"/>
              </a:ext>
            </a:extLst>
          </p:cNvPr>
          <p:cNvSpPr txBox="1"/>
          <p:nvPr/>
        </p:nvSpPr>
        <p:spPr>
          <a:xfrm>
            <a:off x="11405936" y="5977289"/>
            <a:ext cx="500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6392C7-B39C-6434-8F32-E9AA577A8661}"/>
              </a:ext>
            </a:extLst>
          </p:cNvPr>
          <p:cNvSpPr txBox="1"/>
          <p:nvPr/>
        </p:nvSpPr>
        <p:spPr>
          <a:xfrm>
            <a:off x="5764644" y="3363010"/>
            <a:ext cx="3438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err="1">
                <a:latin typeface="Inter" panose="02000503000000020004" pitchFamily="2" charset="0"/>
                <a:ea typeface="Inter" panose="02000503000000020004" pitchFamily="2" charset="0"/>
              </a:rPr>
              <a:t>Триальная</a:t>
            </a:r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 версия</a:t>
            </a: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97B12B27-481C-1A92-3004-AF8C93E7A455}"/>
              </a:ext>
            </a:extLst>
          </p:cNvPr>
          <p:cNvSpPr/>
          <p:nvPr/>
        </p:nvSpPr>
        <p:spPr>
          <a:xfrm>
            <a:off x="1202019" y="-1063857"/>
            <a:ext cx="3508574" cy="2165422"/>
          </a:xfrm>
          <a:custGeom>
            <a:avLst/>
            <a:gdLst>
              <a:gd name="connsiteX0" fmla="*/ 155143 w 3508574"/>
              <a:gd name="connsiteY0" fmla="*/ 588583 h 2165422"/>
              <a:gd name="connsiteX1" fmla="*/ 1139 w 3508574"/>
              <a:gd name="connsiteY1" fmla="*/ 915842 h 2165422"/>
              <a:gd name="connsiteX2" fmla="*/ 212894 w 3508574"/>
              <a:gd name="connsiteY2" fmla="*/ 1531859 h 2165422"/>
              <a:gd name="connsiteX3" fmla="*/ 1059918 w 3508574"/>
              <a:gd name="connsiteY3" fmla="*/ 1810991 h 2165422"/>
              <a:gd name="connsiteX4" fmla="*/ 1550806 w 3508574"/>
              <a:gd name="connsiteY4" fmla="*/ 2157501 h 2165422"/>
              <a:gd name="connsiteX5" fmla="*/ 2195699 w 3508574"/>
              <a:gd name="connsiteY5" fmla="*/ 2013122 h 2165422"/>
              <a:gd name="connsiteX6" fmla="*/ 2532583 w 3508574"/>
              <a:gd name="connsiteY6" fmla="*/ 1560734 h 2165422"/>
              <a:gd name="connsiteX7" fmla="*/ 3100473 w 3508574"/>
              <a:gd name="connsiteY7" fmla="*/ 1445231 h 2165422"/>
              <a:gd name="connsiteX8" fmla="*/ 3504734 w 3508574"/>
              <a:gd name="connsiteY8" fmla="*/ 858090 h 2165422"/>
              <a:gd name="connsiteX9" fmla="*/ 3273728 w 3508574"/>
              <a:gd name="connsiteY9" fmla="*/ 1442 h 2165422"/>
              <a:gd name="connsiteX10" fmla="*/ 2782840 w 3508574"/>
              <a:gd name="connsiteY10" fmla="*/ 665585 h 2165422"/>
              <a:gd name="connsiteX11" fmla="*/ 2609585 w 3508574"/>
              <a:gd name="connsiteY11" fmla="*/ 1108347 h 2165422"/>
              <a:gd name="connsiteX12" fmla="*/ 2060945 w 3508574"/>
              <a:gd name="connsiteY12" fmla="*/ 1483732 h 2165422"/>
              <a:gd name="connsiteX13" fmla="*/ 1608558 w 3508574"/>
              <a:gd name="connsiteY13" fmla="*/ 1387480 h 2165422"/>
              <a:gd name="connsiteX14" fmla="*/ 1194671 w 3508574"/>
              <a:gd name="connsiteY14" fmla="*/ 1493358 h 2165422"/>
              <a:gd name="connsiteX15" fmla="*/ 723033 w 3508574"/>
              <a:gd name="connsiteY15" fmla="*/ 1233475 h 2165422"/>
              <a:gd name="connsiteX16" fmla="*/ 674907 w 3508574"/>
              <a:gd name="connsiteY16" fmla="*/ 781088 h 2165422"/>
              <a:gd name="connsiteX17" fmla="*/ 155143 w 3508574"/>
              <a:gd name="connsiteY17" fmla="*/ 588583 h 216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508574" h="2165422">
                <a:moveTo>
                  <a:pt x="155143" y="588583"/>
                </a:moveTo>
                <a:cubicBezTo>
                  <a:pt x="42848" y="611042"/>
                  <a:pt x="-8486" y="758629"/>
                  <a:pt x="1139" y="915842"/>
                </a:cubicBezTo>
                <a:cubicBezTo>
                  <a:pt x="10764" y="1073055"/>
                  <a:pt x="36431" y="1382668"/>
                  <a:pt x="212894" y="1531859"/>
                </a:cubicBezTo>
                <a:cubicBezTo>
                  <a:pt x="389357" y="1681051"/>
                  <a:pt x="836933" y="1706717"/>
                  <a:pt x="1059918" y="1810991"/>
                </a:cubicBezTo>
                <a:cubicBezTo>
                  <a:pt x="1282903" y="1915265"/>
                  <a:pt x="1361509" y="2123813"/>
                  <a:pt x="1550806" y="2157501"/>
                </a:cubicBezTo>
                <a:cubicBezTo>
                  <a:pt x="1740103" y="2191190"/>
                  <a:pt x="2032070" y="2112583"/>
                  <a:pt x="2195699" y="2013122"/>
                </a:cubicBezTo>
                <a:cubicBezTo>
                  <a:pt x="2359329" y="1913661"/>
                  <a:pt x="2381787" y="1655382"/>
                  <a:pt x="2532583" y="1560734"/>
                </a:cubicBezTo>
                <a:cubicBezTo>
                  <a:pt x="2683379" y="1466086"/>
                  <a:pt x="2938448" y="1562338"/>
                  <a:pt x="3100473" y="1445231"/>
                </a:cubicBezTo>
                <a:cubicBezTo>
                  <a:pt x="3262498" y="1328124"/>
                  <a:pt x="3475858" y="1098721"/>
                  <a:pt x="3504734" y="858090"/>
                </a:cubicBezTo>
                <a:cubicBezTo>
                  <a:pt x="3533610" y="617459"/>
                  <a:pt x="3394044" y="33526"/>
                  <a:pt x="3273728" y="1442"/>
                </a:cubicBezTo>
                <a:cubicBezTo>
                  <a:pt x="3153412" y="-30642"/>
                  <a:pt x="2893530" y="481101"/>
                  <a:pt x="2782840" y="665585"/>
                </a:cubicBezTo>
                <a:cubicBezTo>
                  <a:pt x="2672150" y="850069"/>
                  <a:pt x="2729901" y="971989"/>
                  <a:pt x="2609585" y="1108347"/>
                </a:cubicBezTo>
                <a:cubicBezTo>
                  <a:pt x="2489269" y="1244705"/>
                  <a:pt x="2227783" y="1437210"/>
                  <a:pt x="2060945" y="1483732"/>
                </a:cubicBezTo>
                <a:cubicBezTo>
                  <a:pt x="1894107" y="1530254"/>
                  <a:pt x="1752937" y="1385876"/>
                  <a:pt x="1608558" y="1387480"/>
                </a:cubicBezTo>
                <a:cubicBezTo>
                  <a:pt x="1464179" y="1389084"/>
                  <a:pt x="1342258" y="1519025"/>
                  <a:pt x="1194671" y="1493358"/>
                </a:cubicBezTo>
                <a:cubicBezTo>
                  <a:pt x="1047084" y="1467691"/>
                  <a:pt x="809660" y="1352187"/>
                  <a:pt x="723033" y="1233475"/>
                </a:cubicBezTo>
                <a:cubicBezTo>
                  <a:pt x="636406" y="1114763"/>
                  <a:pt x="764743" y="890174"/>
                  <a:pt x="674907" y="781088"/>
                </a:cubicBezTo>
                <a:cubicBezTo>
                  <a:pt x="585071" y="672002"/>
                  <a:pt x="267438" y="566124"/>
                  <a:pt x="155143" y="588583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F2CF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7DF58154-BD0A-DF19-740B-84387B9276A8}"/>
              </a:ext>
            </a:extLst>
          </p:cNvPr>
          <p:cNvSpPr/>
          <p:nvPr/>
        </p:nvSpPr>
        <p:spPr>
          <a:xfrm rot="4372224">
            <a:off x="12213" y="5056065"/>
            <a:ext cx="2190354" cy="2880653"/>
          </a:xfrm>
          <a:custGeom>
            <a:avLst/>
            <a:gdLst>
              <a:gd name="connsiteX0" fmla="*/ 308725 w 2190354"/>
              <a:gd name="connsiteY0" fmla="*/ 1079641 h 2880653"/>
              <a:gd name="connsiteX1" fmla="*/ 19967 w 2190354"/>
              <a:gd name="connsiteY1" fmla="*/ 1503153 h 2880653"/>
              <a:gd name="connsiteX2" fmla="*/ 68093 w 2190354"/>
              <a:gd name="connsiteY2" fmla="*/ 1994041 h 2880653"/>
              <a:gd name="connsiteX3" fmla="*/ 414602 w 2190354"/>
              <a:gd name="connsiteY3" fmla="*/ 2407928 h 2880653"/>
              <a:gd name="connsiteX4" fmla="*/ 510855 w 2190354"/>
              <a:gd name="connsiteY4" fmla="*/ 2783313 h 2880653"/>
              <a:gd name="connsiteX5" fmla="*/ 1165373 w 2190354"/>
              <a:gd name="connsiteY5" fmla="*/ 2841065 h 2880653"/>
              <a:gd name="connsiteX6" fmla="*/ 1001744 w 2190354"/>
              <a:gd name="connsiteY6" fmla="*/ 2263549 h 2880653"/>
              <a:gd name="connsiteX7" fmla="*/ 1136497 w 2190354"/>
              <a:gd name="connsiteY7" fmla="*/ 1830412 h 2880653"/>
              <a:gd name="connsiteX8" fmla="*/ 847739 w 2190354"/>
              <a:gd name="connsiteY8" fmla="*/ 1522403 h 2880653"/>
              <a:gd name="connsiteX9" fmla="*/ 1146122 w 2190354"/>
              <a:gd name="connsiteY9" fmla="*/ 1108517 h 2880653"/>
              <a:gd name="connsiteX10" fmla="*/ 1906518 w 2190354"/>
              <a:gd name="connsiteY10" fmla="*/ 771633 h 2880653"/>
              <a:gd name="connsiteX11" fmla="*/ 2166400 w 2190354"/>
              <a:gd name="connsiteY11" fmla="*/ 174867 h 2880653"/>
              <a:gd name="connsiteX12" fmla="*/ 1367504 w 2190354"/>
              <a:gd name="connsiteY12" fmla="*/ 20862 h 2880653"/>
              <a:gd name="connsiteX13" fmla="*/ 1078746 w 2190354"/>
              <a:gd name="connsiteY13" fmla="*/ 559877 h 2880653"/>
              <a:gd name="connsiteX14" fmla="*/ 308725 w 2190354"/>
              <a:gd name="connsiteY14" fmla="*/ 1079641 h 2880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90354" h="2880653">
                <a:moveTo>
                  <a:pt x="308725" y="1079641"/>
                </a:moveTo>
                <a:cubicBezTo>
                  <a:pt x="132262" y="1236854"/>
                  <a:pt x="60072" y="1350753"/>
                  <a:pt x="19967" y="1503153"/>
                </a:cubicBezTo>
                <a:cubicBezTo>
                  <a:pt x="-20138" y="1655553"/>
                  <a:pt x="2321" y="1843245"/>
                  <a:pt x="68093" y="1994041"/>
                </a:cubicBezTo>
                <a:cubicBezTo>
                  <a:pt x="133865" y="2144837"/>
                  <a:pt x="340808" y="2276383"/>
                  <a:pt x="414602" y="2407928"/>
                </a:cubicBezTo>
                <a:cubicBezTo>
                  <a:pt x="488396" y="2539473"/>
                  <a:pt x="385727" y="2711124"/>
                  <a:pt x="510855" y="2783313"/>
                </a:cubicBezTo>
                <a:cubicBezTo>
                  <a:pt x="635983" y="2855502"/>
                  <a:pt x="1083558" y="2927692"/>
                  <a:pt x="1165373" y="2841065"/>
                </a:cubicBezTo>
                <a:cubicBezTo>
                  <a:pt x="1247188" y="2754438"/>
                  <a:pt x="1006557" y="2431991"/>
                  <a:pt x="1001744" y="2263549"/>
                </a:cubicBezTo>
                <a:cubicBezTo>
                  <a:pt x="996931" y="2095107"/>
                  <a:pt x="1162165" y="1953936"/>
                  <a:pt x="1136497" y="1830412"/>
                </a:cubicBezTo>
                <a:cubicBezTo>
                  <a:pt x="1110830" y="1706888"/>
                  <a:pt x="846135" y="1642719"/>
                  <a:pt x="847739" y="1522403"/>
                </a:cubicBezTo>
                <a:cubicBezTo>
                  <a:pt x="849343" y="1402087"/>
                  <a:pt x="969659" y="1233645"/>
                  <a:pt x="1146122" y="1108517"/>
                </a:cubicBezTo>
                <a:cubicBezTo>
                  <a:pt x="1322585" y="983389"/>
                  <a:pt x="1736472" y="927241"/>
                  <a:pt x="1906518" y="771633"/>
                </a:cubicBezTo>
                <a:cubicBezTo>
                  <a:pt x="2076564" y="616025"/>
                  <a:pt x="2256236" y="299996"/>
                  <a:pt x="2166400" y="174867"/>
                </a:cubicBezTo>
                <a:cubicBezTo>
                  <a:pt x="2076564" y="49738"/>
                  <a:pt x="1548780" y="-43306"/>
                  <a:pt x="1367504" y="20862"/>
                </a:cubicBezTo>
                <a:cubicBezTo>
                  <a:pt x="1186228" y="85030"/>
                  <a:pt x="1261626" y="378601"/>
                  <a:pt x="1078746" y="559877"/>
                </a:cubicBezTo>
                <a:cubicBezTo>
                  <a:pt x="895866" y="741153"/>
                  <a:pt x="485188" y="922428"/>
                  <a:pt x="308725" y="1079641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F2CF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B39929-F2B0-1B05-B491-CD5BD699B232}"/>
              </a:ext>
            </a:extLst>
          </p:cNvPr>
          <p:cNvSpPr txBox="1"/>
          <p:nvPr/>
        </p:nvSpPr>
        <p:spPr>
          <a:xfrm>
            <a:off x="6335344" y="1274555"/>
            <a:ext cx="6497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Скачивают приложение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D21B47-0E11-5A39-B1E1-62C57F45B007}"/>
              </a:ext>
            </a:extLst>
          </p:cNvPr>
          <p:cNvSpPr txBox="1"/>
          <p:nvPr/>
        </p:nvSpPr>
        <p:spPr>
          <a:xfrm>
            <a:off x="5576379" y="5070753"/>
            <a:ext cx="55575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Платная подписка </a:t>
            </a:r>
          </a:p>
          <a:p>
            <a:pPr algn="ctr"/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(9% пользователей)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FEBBE7-9D84-6B30-FEEC-80C1BD419758}"/>
              </a:ext>
            </a:extLst>
          </p:cNvPr>
          <p:cNvSpPr txBox="1"/>
          <p:nvPr/>
        </p:nvSpPr>
        <p:spPr>
          <a:xfrm>
            <a:off x="7704164" y="4168162"/>
            <a:ext cx="829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15%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77C140-19D7-9210-8472-698F2BE4F276}"/>
              </a:ext>
            </a:extLst>
          </p:cNvPr>
          <p:cNvSpPr txBox="1"/>
          <p:nvPr/>
        </p:nvSpPr>
        <p:spPr>
          <a:xfrm>
            <a:off x="9786633" y="3059667"/>
            <a:ext cx="517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6%</a:t>
            </a:r>
          </a:p>
        </p:txBody>
      </p:sp>
      <p:cxnSp>
        <p:nvCxnSpPr>
          <p:cNvPr id="30" name="Соединитель: изогнутый 29">
            <a:extLst>
              <a:ext uri="{FF2B5EF4-FFF2-40B4-BE49-F238E27FC236}">
                <a16:creationId xmlns:a16="http://schemas.microsoft.com/office/drawing/2014/main" id="{DB43D899-FA6F-27BF-A7D1-E89525E78982}"/>
              </a:ext>
            </a:extLst>
          </p:cNvPr>
          <p:cNvCxnSpPr>
            <a:cxnSpLocks/>
            <a:stCxn id="20" idx="2"/>
            <a:endCxn id="9" idx="0"/>
          </p:cNvCxnSpPr>
          <p:nvPr/>
        </p:nvCxnSpPr>
        <p:spPr>
          <a:xfrm rot="5400000">
            <a:off x="7571622" y="2114849"/>
            <a:ext cx="874264" cy="1049730"/>
          </a:xfrm>
          <a:prstGeom prst="curvedConnector3">
            <a:avLst>
              <a:gd name="adj1" fmla="val 50000"/>
            </a:avLst>
          </a:prstGeom>
          <a:ln w="114300">
            <a:solidFill>
              <a:srgbClr val="9C89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Соединитель: изогнутый 33">
            <a:extLst>
              <a:ext uri="{FF2B5EF4-FFF2-40B4-BE49-F238E27FC236}">
                <a16:creationId xmlns:a16="http://schemas.microsoft.com/office/drawing/2014/main" id="{5F981281-5E42-F627-47D9-743C7C6329AD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00691" y="3055912"/>
            <a:ext cx="2621978" cy="1150802"/>
          </a:xfrm>
          <a:prstGeom prst="curvedConnector3">
            <a:avLst>
              <a:gd name="adj1" fmla="val 44833"/>
            </a:avLst>
          </a:prstGeom>
          <a:ln w="114300">
            <a:solidFill>
              <a:srgbClr val="9C89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Соединитель: изогнутый 48">
            <a:extLst>
              <a:ext uri="{FF2B5EF4-FFF2-40B4-BE49-F238E27FC236}">
                <a16:creationId xmlns:a16="http://schemas.microsoft.com/office/drawing/2014/main" id="{13F4BFE1-76CD-DBCA-0382-2168D8129DAF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16200000" flipH="1">
            <a:off x="7513964" y="4102612"/>
            <a:ext cx="809614" cy="869765"/>
          </a:xfrm>
          <a:prstGeom prst="curvedConnector3">
            <a:avLst/>
          </a:prstGeom>
          <a:ln w="114300">
            <a:solidFill>
              <a:srgbClr val="9C89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90415AC-1356-F541-09AE-FB27A8F99ED1}"/>
              </a:ext>
            </a:extLst>
          </p:cNvPr>
          <p:cNvSpPr txBox="1"/>
          <p:nvPr/>
        </p:nvSpPr>
        <p:spPr>
          <a:xfrm>
            <a:off x="7594027" y="2256361"/>
            <a:ext cx="829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560826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5">
            <a:extLst>
              <a:ext uri="{FF2B5EF4-FFF2-40B4-BE49-F238E27FC236}">
                <a16:creationId xmlns:a16="http://schemas.microsoft.com/office/drawing/2014/main" id="{F8E0BD5D-3D91-30B0-DA32-166BFD38F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88376"/>
              </p:ext>
            </p:extLst>
          </p:nvPr>
        </p:nvGraphicFramePr>
        <p:xfrm>
          <a:off x="-6980" y="-174170"/>
          <a:ext cx="12198980" cy="733491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873657">
                  <a:extLst>
                    <a:ext uri="{9D8B030D-6E8A-4147-A177-3AD203B41FA5}">
                      <a16:colId xmlns:a16="http://schemas.microsoft.com/office/drawing/2014/main" val="651916450"/>
                    </a:ext>
                  </a:extLst>
                </a:gridCol>
                <a:gridCol w="2328487">
                  <a:extLst>
                    <a:ext uri="{9D8B030D-6E8A-4147-A177-3AD203B41FA5}">
                      <a16:colId xmlns:a16="http://schemas.microsoft.com/office/drawing/2014/main" val="2285644522"/>
                    </a:ext>
                  </a:extLst>
                </a:gridCol>
                <a:gridCol w="2835813">
                  <a:extLst>
                    <a:ext uri="{9D8B030D-6E8A-4147-A177-3AD203B41FA5}">
                      <a16:colId xmlns:a16="http://schemas.microsoft.com/office/drawing/2014/main" val="607330779"/>
                    </a:ext>
                  </a:extLst>
                </a:gridCol>
                <a:gridCol w="3161023">
                  <a:extLst>
                    <a:ext uri="{9D8B030D-6E8A-4147-A177-3AD203B41FA5}">
                      <a16:colId xmlns:a16="http://schemas.microsoft.com/office/drawing/2014/main" val="2050114455"/>
                    </a:ext>
                  </a:extLst>
                </a:gridCol>
              </a:tblGrid>
              <a:tr h="1092748"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32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  <a:p>
                      <a:pPr algn="ctr"/>
                      <a:r>
                        <a:rPr lang="en-US" sz="3200" dirty="0" err="1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Cozi</a:t>
                      </a:r>
                      <a:endParaRPr lang="ru-RU" sz="24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32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  <a:p>
                      <a:pPr algn="ctr"/>
                      <a:r>
                        <a:rPr lang="en-US" sz="3200" dirty="0" err="1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FamilyWall</a:t>
                      </a:r>
                      <a:endParaRPr lang="ru-RU" sz="20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32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  <a:p>
                      <a:pPr algn="ctr"/>
                      <a:r>
                        <a:rPr lang="en-US" sz="3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Za</a:t>
                      </a:r>
                      <a:r>
                        <a:rPr lang="ru-RU" sz="3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дач</a:t>
                      </a:r>
                      <a:r>
                        <a:rPr lang="en-US" sz="3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OK</a:t>
                      </a:r>
                      <a:endParaRPr lang="ru-RU" sz="32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01291"/>
                  </a:ext>
                </a:extLst>
              </a:tr>
              <a:tr h="1248434"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Наличие ИИ</a:t>
                      </a:r>
                    </a:p>
                    <a:p>
                      <a:endParaRPr lang="ru-RU" sz="20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538477"/>
                  </a:ext>
                </a:extLst>
              </a:tr>
              <a:tr h="1248434"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Доступность в РФ</a:t>
                      </a:r>
                    </a:p>
                    <a:p>
                      <a:endParaRPr lang="ru-RU" sz="20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365065"/>
                  </a:ext>
                </a:extLst>
              </a:tr>
              <a:tr h="1248434"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Система поощрения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671579"/>
                  </a:ext>
                </a:extLst>
              </a:tr>
              <a:tr h="1248434"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Статистика</a:t>
                      </a:r>
                      <a:r>
                        <a:rPr lang="ru-RU" sz="2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 </a:t>
                      </a:r>
                    </a:p>
                    <a:p>
                      <a:endParaRPr lang="ru-RU" sz="20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322368"/>
                  </a:ext>
                </a:extLst>
              </a:tr>
              <a:tr h="1248434"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Отслеживание покупок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498854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AAFCE14-4BD7-3B51-6612-FF71B0565839}"/>
              </a:ext>
            </a:extLst>
          </p:cNvPr>
          <p:cNvSpPr/>
          <p:nvPr/>
        </p:nvSpPr>
        <p:spPr>
          <a:xfrm>
            <a:off x="11059427" y="5842534"/>
            <a:ext cx="1132573" cy="1015465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F6985-7CE2-4BAE-015F-F6EBB60E2923}"/>
              </a:ext>
            </a:extLst>
          </p:cNvPr>
          <p:cNvSpPr txBox="1"/>
          <p:nvPr/>
        </p:nvSpPr>
        <p:spPr>
          <a:xfrm>
            <a:off x="11405936" y="5977289"/>
            <a:ext cx="500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5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F55B3D2-C938-AAE4-CCFA-880E4CF5ADB7}"/>
              </a:ext>
            </a:extLst>
          </p:cNvPr>
          <p:cNvSpPr/>
          <p:nvPr/>
        </p:nvSpPr>
        <p:spPr>
          <a:xfrm>
            <a:off x="203200" y="127000"/>
            <a:ext cx="3479800" cy="622300"/>
          </a:xfrm>
          <a:prstGeom prst="roundRect">
            <a:avLst/>
          </a:prstGeom>
          <a:solidFill>
            <a:srgbClr val="F2CFEE"/>
          </a:solidFill>
          <a:ln>
            <a:solidFill>
              <a:srgbClr val="F2CF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Наши конкуренты</a:t>
            </a:r>
          </a:p>
        </p:txBody>
      </p:sp>
    </p:spTree>
    <p:extLst>
      <p:ext uri="{BB962C8B-B14F-4D97-AF65-F5344CB8AC3E}">
        <p14:creationId xmlns:p14="http://schemas.microsoft.com/office/powerpoint/2010/main" val="1013552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 выглядит как текст, электроника, снимок экрана, гадже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D402E3C-7067-A237-0A90-F3BF369A0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479" y="68703"/>
            <a:ext cx="3105964" cy="668992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3844133-D5E1-D51D-A9F9-736B9D4D0EED}"/>
              </a:ext>
            </a:extLst>
          </p:cNvPr>
          <p:cNvSpPr/>
          <p:nvPr/>
        </p:nvSpPr>
        <p:spPr>
          <a:xfrm>
            <a:off x="-10758" y="-106448"/>
            <a:ext cx="5318876" cy="7070895"/>
          </a:xfrm>
          <a:prstGeom prst="rect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F348B-70FA-2453-06EA-1743C5AF0B22}"/>
              </a:ext>
            </a:extLst>
          </p:cNvPr>
          <p:cNvSpPr txBox="1"/>
          <p:nvPr/>
        </p:nvSpPr>
        <p:spPr>
          <a:xfrm>
            <a:off x="1516576" y="2659558"/>
            <a:ext cx="2264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Inter" panose="02000503000000020004" pitchFamily="2" charset="0"/>
                <a:ea typeface="Inter" panose="02000503000000020004" pitchFamily="2" charset="0"/>
              </a:rPr>
              <a:t>Задачи</a:t>
            </a: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9ED0EE72-5359-2009-7806-5C1C11AEBA03}"/>
              </a:ext>
            </a:extLst>
          </p:cNvPr>
          <p:cNvSpPr/>
          <p:nvPr/>
        </p:nvSpPr>
        <p:spPr>
          <a:xfrm rot="18437049">
            <a:off x="-465016" y="-1626490"/>
            <a:ext cx="3490969" cy="1742228"/>
          </a:xfrm>
          <a:custGeom>
            <a:avLst/>
            <a:gdLst>
              <a:gd name="connsiteX0" fmla="*/ 556247 w 3490969"/>
              <a:gd name="connsiteY0" fmla="*/ 234084 h 1742228"/>
              <a:gd name="connsiteX1" fmla="*/ 142361 w 3490969"/>
              <a:gd name="connsiteY1" fmla="*/ 493966 h 1742228"/>
              <a:gd name="connsiteX2" fmla="*/ 17232 w 3490969"/>
              <a:gd name="connsiteY2" fmla="*/ 1158110 h 1742228"/>
              <a:gd name="connsiteX3" fmla="*/ 479245 w 3490969"/>
              <a:gd name="connsiteY3" fmla="*/ 1071482 h 1742228"/>
              <a:gd name="connsiteX4" fmla="*/ 536996 w 3490969"/>
              <a:gd name="connsiteY4" fmla="*/ 1668249 h 1742228"/>
              <a:gd name="connsiteX5" fmla="*/ 1066386 w 3490969"/>
              <a:gd name="connsiteY5" fmla="*/ 1562371 h 1742228"/>
              <a:gd name="connsiteX6" fmla="*/ 1210765 w 3490969"/>
              <a:gd name="connsiteY6" fmla="*/ 1071482 h 1742228"/>
              <a:gd name="connsiteX7" fmla="*/ 2134790 w 3490969"/>
              <a:gd name="connsiteY7" fmla="*/ 1735625 h 1742228"/>
              <a:gd name="connsiteX8" fmla="*/ 2693055 w 3490969"/>
              <a:gd name="connsiteY8" fmla="*/ 1389116 h 1742228"/>
              <a:gd name="connsiteX9" fmla="*/ 2471674 w 3490969"/>
              <a:gd name="connsiteY9" fmla="*/ 1013731 h 1742228"/>
              <a:gd name="connsiteX10" fmla="*/ 3347573 w 3490969"/>
              <a:gd name="connsiteY10" fmla="*/ 705722 h 1742228"/>
              <a:gd name="connsiteX11" fmla="*/ 3386074 w 3490969"/>
              <a:gd name="connsiteY11" fmla="*/ 3078 h 1742228"/>
              <a:gd name="connsiteX12" fmla="*/ 2317670 w 3490969"/>
              <a:gd name="connsiteY12" fmla="*/ 465091 h 1742228"/>
              <a:gd name="connsiteX13" fmla="*/ 2038538 w 3490969"/>
              <a:gd name="connsiteY13" fmla="*/ 840476 h 1742228"/>
              <a:gd name="connsiteX14" fmla="*/ 1412895 w 3490969"/>
              <a:gd name="connsiteY14" fmla="*/ 696097 h 1742228"/>
              <a:gd name="connsiteX15" fmla="*/ 758378 w 3490969"/>
              <a:gd name="connsiteY15" fmla="*/ 782724 h 1742228"/>
              <a:gd name="connsiteX16" fmla="*/ 459994 w 3490969"/>
              <a:gd name="connsiteY16" fmla="*/ 657596 h 1742228"/>
              <a:gd name="connsiteX17" fmla="*/ 556247 w 3490969"/>
              <a:gd name="connsiteY17" fmla="*/ 234084 h 1742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490969" h="1742228">
                <a:moveTo>
                  <a:pt x="556247" y="234084"/>
                </a:moveTo>
                <a:cubicBezTo>
                  <a:pt x="503308" y="206812"/>
                  <a:pt x="232197" y="339962"/>
                  <a:pt x="142361" y="493966"/>
                </a:cubicBezTo>
                <a:cubicBezTo>
                  <a:pt x="52525" y="647970"/>
                  <a:pt x="-38915" y="1061857"/>
                  <a:pt x="17232" y="1158110"/>
                </a:cubicBezTo>
                <a:cubicBezTo>
                  <a:pt x="73379" y="1254363"/>
                  <a:pt x="392618" y="986459"/>
                  <a:pt x="479245" y="1071482"/>
                </a:cubicBezTo>
                <a:cubicBezTo>
                  <a:pt x="565872" y="1156505"/>
                  <a:pt x="439139" y="1586434"/>
                  <a:pt x="536996" y="1668249"/>
                </a:cubicBezTo>
                <a:cubicBezTo>
                  <a:pt x="634853" y="1750064"/>
                  <a:pt x="954091" y="1661832"/>
                  <a:pt x="1066386" y="1562371"/>
                </a:cubicBezTo>
                <a:cubicBezTo>
                  <a:pt x="1178681" y="1462910"/>
                  <a:pt x="1032698" y="1042606"/>
                  <a:pt x="1210765" y="1071482"/>
                </a:cubicBezTo>
                <a:cubicBezTo>
                  <a:pt x="1388832" y="1100358"/>
                  <a:pt x="1887742" y="1682686"/>
                  <a:pt x="2134790" y="1735625"/>
                </a:cubicBezTo>
                <a:cubicBezTo>
                  <a:pt x="2381838" y="1788564"/>
                  <a:pt x="2636908" y="1509432"/>
                  <a:pt x="2693055" y="1389116"/>
                </a:cubicBezTo>
                <a:cubicBezTo>
                  <a:pt x="2749202" y="1268800"/>
                  <a:pt x="2362588" y="1127630"/>
                  <a:pt x="2471674" y="1013731"/>
                </a:cubicBezTo>
                <a:cubicBezTo>
                  <a:pt x="2580760" y="899832"/>
                  <a:pt x="3195173" y="874164"/>
                  <a:pt x="3347573" y="705722"/>
                </a:cubicBezTo>
                <a:cubicBezTo>
                  <a:pt x="3499973" y="537280"/>
                  <a:pt x="3557724" y="43183"/>
                  <a:pt x="3386074" y="3078"/>
                </a:cubicBezTo>
                <a:cubicBezTo>
                  <a:pt x="3214424" y="-37027"/>
                  <a:pt x="2542259" y="325525"/>
                  <a:pt x="2317670" y="465091"/>
                </a:cubicBezTo>
                <a:cubicBezTo>
                  <a:pt x="2093081" y="604657"/>
                  <a:pt x="2189334" y="801975"/>
                  <a:pt x="2038538" y="840476"/>
                </a:cubicBezTo>
                <a:cubicBezTo>
                  <a:pt x="1887742" y="878977"/>
                  <a:pt x="1626255" y="705722"/>
                  <a:pt x="1412895" y="696097"/>
                </a:cubicBezTo>
                <a:cubicBezTo>
                  <a:pt x="1199535" y="686472"/>
                  <a:pt x="917195" y="789141"/>
                  <a:pt x="758378" y="782724"/>
                </a:cubicBezTo>
                <a:cubicBezTo>
                  <a:pt x="599561" y="776307"/>
                  <a:pt x="493682" y="745827"/>
                  <a:pt x="459994" y="657596"/>
                </a:cubicBezTo>
                <a:cubicBezTo>
                  <a:pt x="426306" y="569365"/>
                  <a:pt x="609186" y="261356"/>
                  <a:pt x="556247" y="234084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8D3B2986-34CF-A3B8-87F2-D4362B8D993B}"/>
              </a:ext>
            </a:extLst>
          </p:cNvPr>
          <p:cNvSpPr/>
          <p:nvPr/>
        </p:nvSpPr>
        <p:spPr>
          <a:xfrm>
            <a:off x="-786452" y="4879774"/>
            <a:ext cx="3496787" cy="2557325"/>
          </a:xfrm>
          <a:custGeom>
            <a:avLst/>
            <a:gdLst>
              <a:gd name="connsiteX0" fmla="*/ 1760229 w 3496787"/>
              <a:gd name="connsiteY0" fmla="*/ 2530429 h 2557325"/>
              <a:gd name="connsiteX1" fmla="*/ 2627127 w 3496787"/>
              <a:gd name="connsiteY1" fmla="*/ 2150418 h 2557325"/>
              <a:gd name="connsiteX2" fmla="*/ 2686504 w 3496787"/>
              <a:gd name="connsiteY2" fmla="*/ 1711031 h 2557325"/>
              <a:gd name="connsiteX3" fmla="*/ 2116488 w 3496787"/>
              <a:gd name="connsiteY3" fmla="*/ 1734782 h 2557325"/>
              <a:gd name="connsiteX4" fmla="*/ 1973984 w 3496787"/>
              <a:gd name="connsiteY4" fmla="*/ 1307270 h 2557325"/>
              <a:gd name="connsiteX5" fmla="*/ 1641475 w 3496787"/>
              <a:gd name="connsiteY5" fmla="*/ 998512 h 2557325"/>
              <a:gd name="connsiteX6" fmla="*/ 1178338 w 3496787"/>
              <a:gd name="connsiteY6" fmla="*/ 1069764 h 2557325"/>
              <a:gd name="connsiteX7" fmla="*/ 311439 w 3496787"/>
              <a:gd name="connsiteY7" fmla="*/ 891634 h 2557325"/>
              <a:gd name="connsiteX8" fmla="*/ 2681 w 3496787"/>
              <a:gd name="connsiteY8" fmla="*/ 392870 h 2557325"/>
              <a:gd name="connsiteX9" fmla="*/ 453943 w 3496787"/>
              <a:gd name="connsiteY9" fmla="*/ 119738 h 2557325"/>
              <a:gd name="connsiteX10" fmla="*/ 1035834 w 3496787"/>
              <a:gd name="connsiteY10" fmla="*/ 285992 h 2557325"/>
              <a:gd name="connsiteX11" fmla="*/ 1570223 w 3496787"/>
              <a:gd name="connsiteY11" fmla="*/ 984 h 2557325"/>
              <a:gd name="connsiteX12" fmla="*/ 2057112 w 3496787"/>
              <a:gd name="connsiteY12" fmla="*/ 404745 h 2557325"/>
              <a:gd name="connsiteX13" fmla="*/ 2532125 w 3496787"/>
              <a:gd name="connsiteY13" fmla="*/ 404745 h 2557325"/>
              <a:gd name="connsiteX14" fmla="*/ 2650878 w 3496787"/>
              <a:gd name="connsiteY14" fmla="*/ 939135 h 2557325"/>
              <a:gd name="connsiteX15" fmla="*/ 3458400 w 3496787"/>
              <a:gd name="connsiteY15" fmla="*/ 1129140 h 2557325"/>
              <a:gd name="connsiteX16" fmla="*/ 3363397 w 3496787"/>
              <a:gd name="connsiteY16" fmla="*/ 1829784 h 2557325"/>
              <a:gd name="connsiteX17" fmla="*/ 3387148 w 3496787"/>
              <a:gd name="connsiteY17" fmla="*/ 2447301 h 2557325"/>
              <a:gd name="connsiteX18" fmla="*/ 1760229 w 3496787"/>
              <a:gd name="connsiteY18" fmla="*/ 2530429 h 255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96787" h="2557325">
                <a:moveTo>
                  <a:pt x="1760229" y="2530429"/>
                </a:moveTo>
                <a:cubicBezTo>
                  <a:pt x="1633559" y="2480949"/>
                  <a:pt x="2472748" y="2286984"/>
                  <a:pt x="2627127" y="2150418"/>
                </a:cubicBezTo>
                <a:cubicBezTo>
                  <a:pt x="2781506" y="2013852"/>
                  <a:pt x="2771610" y="1780304"/>
                  <a:pt x="2686504" y="1711031"/>
                </a:cubicBezTo>
                <a:cubicBezTo>
                  <a:pt x="2601398" y="1641758"/>
                  <a:pt x="2235241" y="1802075"/>
                  <a:pt x="2116488" y="1734782"/>
                </a:cubicBezTo>
                <a:cubicBezTo>
                  <a:pt x="1997735" y="1667489"/>
                  <a:pt x="2053153" y="1429982"/>
                  <a:pt x="1973984" y="1307270"/>
                </a:cubicBezTo>
                <a:cubicBezTo>
                  <a:pt x="1894815" y="1184558"/>
                  <a:pt x="1774083" y="1038096"/>
                  <a:pt x="1641475" y="998512"/>
                </a:cubicBezTo>
                <a:cubicBezTo>
                  <a:pt x="1508867" y="958928"/>
                  <a:pt x="1400011" y="1087577"/>
                  <a:pt x="1178338" y="1069764"/>
                </a:cubicBezTo>
                <a:cubicBezTo>
                  <a:pt x="956665" y="1051951"/>
                  <a:pt x="507382" y="1004450"/>
                  <a:pt x="311439" y="891634"/>
                </a:cubicBezTo>
                <a:cubicBezTo>
                  <a:pt x="115496" y="778818"/>
                  <a:pt x="-21070" y="521519"/>
                  <a:pt x="2681" y="392870"/>
                </a:cubicBezTo>
                <a:cubicBezTo>
                  <a:pt x="26432" y="264221"/>
                  <a:pt x="281751" y="137551"/>
                  <a:pt x="453943" y="119738"/>
                </a:cubicBezTo>
                <a:cubicBezTo>
                  <a:pt x="626135" y="101925"/>
                  <a:pt x="849787" y="305784"/>
                  <a:pt x="1035834" y="285992"/>
                </a:cubicBezTo>
                <a:cubicBezTo>
                  <a:pt x="1221881" y="266200"/>
                  <a:pt x="1400010" y="-18808"/>
                  <a:pt x="1570223" y="984"/>
                </a:cubicBezTo>
                <a:cubicBezTo>
                  <a:pt x="1740436" y="20776"/>
                  <a:pt x="1896795" y="337452"/>
                  <a:pt x="2057112" y="404745"/>
                </a:cubicBezTo>
                <a:cubicBezTo>
                  <a:pt x="2217429" y="472038"/>
                  <a:pt x="2433164" y="315680"/>
                  <a:pt x="2532125" y="404745"/>
                </a:cubicBezTo>
                <a:cubicBezTo>
                  <a:pt x="2631086" y="493810"/>
                  <a:pt x="2496499" y="818403"/>
                  <a:pt x="2650878" y="939135"/>
                </a:cubicBezTo>
                <a:cubicBezTo>
                  <a:pt x="2805257" y="1059867"/>
                  <a:pt x="3339647" y="980699"/>
                  <a:pt x="3458400" y="1129140"/>
                </a:cubicBezTo>
                <a:cubicBezTo>
                  <a:pt x="3577153" y="1277581"/>
                  <a:pt x="3375272" y="1610090"/>
                  <a:pt x="3363397" y="1829784"/>
                </a:cubicBezTo>
                <a:cubicBezTo>
                  <a:pt x="3351522" y="2049477"/>
                  <a:pt x="3652363" y="2328548"/>
                  <a:pt x="3387148" y="2447301"/>
                </a:cubicBezTo>
                <a:cubicBezTo>
                  <a:pt x="3121933" y="2566054"/>
                  <a:pt x="1886899" y="2579909"/>
                  <a:pt x="1760229" y="2530429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ED2BF5C-572E-F5A1-EC54-6B1A5AC98CD5}"/>
              </a:ext>
            </a:extLst>
          </p:cNvPr>
          <p:cNvSpPr/>
          <p:nvPr/>
        </p:nvSpPr>
        <p:spPr>
          <a:xfrm>
            <a:off x="11059427" y="5842534"/>
            <a:ext cx="1132573" cy="1015465"/>
          </a:xfrm>
          <a:prstGeom prst="rect">
            <a:avLst/>
          </a:prstGeom>
          <a:solidFill>
            <a:srgbClr val="E8EDF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252851-5E72-6654-F888-49D68D275103}"/>
              </a:ext>
            </a:extLst>
          </p:cNvPr>
          <p:cNvSpPr txBox="1"/>
          <p:nvPr/>
        </p:nvSpPr>
        <p:spPr>
          <a:xfrm>
            <a:off x="11405936" y="5977289"/>
            <a:ext cx="500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6</a:t>
            </a:r>
          </a:p>
        </p:txBody>
      </p:sp>
      <p:pic>
        <p:nvPicPr>
          <p:cNvPr id="9" name="Рисунок 8" descr="Изображение выглядит как текст, электроника, снимок экрана, Устройство связ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CF39A1C-A330-E075-56FD-F1357C284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718" y="68703"/>
            <a:ext cx="3105964" cy="668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22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93070-6746-90C2-2929-CCE51FD4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Изображение выглядит как электроника, текст, снимок экрана, Устройство связ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6398230-6E25-3BDB-C883-A8B824A56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779" y="87809"/>
            <a:ext cx="3105381" cy="6688668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27E0D9E-05CA-AA65-1494-1414D7E71C6F}"/>
              </a:ext>
            </a:extLst>
          </p:cNvPr>
          <p:cNvSpPr/>
          <p:nvPr/>
        </p:nvSpPr>
        <p:spPr>
          <a:xfrm>
            <a:off x="0" y="-120238"/>
            <a:ext cx="5318876" cy="7070895"/>
          </a:xfrm>
          <a:prstGeom prst="rect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672F4-454F-2E40-4A7A-A752894E188A}"/>
              </a:ext>
            </a:extLst>
          </p:cNvPr>
          <p:cNvSpPr txBox="1"/>
          <p:nvPr/>
        </p:nvSpPr>
        <p:spPr>
          <a:xfrm>
            <a:off x="1499586" y="2659559"/>
            <a:ext cx="48118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Inter" panose="02000503000000020004" pitchFamily="2" charset="0"/>
                <a:ea typeface="Inter" panose="02000503000000020004" pitchFamily="2" charset="0"/>
              </a:rPr>
              <a:t>Магазин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EBB6218-87F9-3E67-80A8-D90D8D555A2B}"/>
              </a:ext>
            </a:extLst>
          </p:cNvPr>
          <p:cNvSpPr/>
          <p:nvPr/>
        </p:nvSpPr>
        <p:spPr>
          <a:xfrm>
            <a:off x="11059427" y="5842534"/>
            <a:ext cx="1132573" cy="1015465"/>
          </a:xfrm>
          <a:prstGeom prst="rect">
            <a:avLst/>
          </a:prstGeom>
          <a:solidFill>
            <a:srgbClr val="E8EDF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BF9487-6049-18F4-C39D-F65C0B4BED65}"/>
              </a:ext>
            </a:extLst>
          </p:cNvPr>
          <p:cNvSpPr txBox="1"/>
          <p:nvPr/>
        </p:nvSpPr>
        <p:spPr>
          <a:xfrm>
            <a:off x="11405936" y="5977289"/>
            <a:ext cx="500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7</a:t>
            </a:r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A76EF75D-AE87-686A-308D-5625A9E3C7DC}"/>
              </a:ext>
            </a:extLst>
          </p:cNvPr>
          <p:cNvSpPr/>
          <p:nvPr/>
        </p:nvSpPr>
        <p:spPr>
          <a:xfrm>
            <a:off x="-276447" y="-331235"/>
            <a:ext cx="2085939" cy="1774888"/>
          </a:xfrm>
          <a:custGeom>
            <a:avLst/>
            <a:gdLst>
              <a:gd name="connsiteX0" fmla="*/ 657447 w 2085939"/>
              <a:gd name="connsiteY0" fmla="*/ 1035 h 1774888"/>
              <a:gd name="connsiteX1" fmla="*/ 471180 w 2085939"/>
              <a:gd name="connsiteY1" fmla="*/ 322768 h 1774888"/>
              <a:gd name="connsiteX2" fmla="*/ 860647 w 2085939"/>
              <a:gd name="connsiteY2" fmla="*/ 661435 h 1774888"/>
              <a:gd name="connsiteX3" fmla="*/ 1233180 w 2085939"/>
              <a:gd name="connsiteY3" fmla="*/ 602168 h 1774888"/>
              <a:gd name="connsiteX4" fmla="*/ 1529514 w 2085939"/>
              <a:gd name="connsiteY4" fmla="*/ 1000102 h 1774888"/>
              <a:gd name="connsiteX5" fmla="*/ 1453314 w 2085939"/>
              <a:gd name="connsiteY5" fmla="*/ 1287968 h 1774888"/>
              <a:gd name="connsiteX6" fmla="*/ 759047 w 2085939"/>
              <a:gd name="connsiteY6" fmla="*/ 1144035 h 1774888"/>
              <a:gd name="connsiteX7" fmla="*/ 149447 w 2085939"/>
              <a:gd name="connsiteY7" fmla="*/ 1194835 h 1774888"/>
              <a:gd name="connsiteX8" fmla="*/ 22447 w 2085939"/>
              <a:gd name="connsiteY8" fmla="*/ 1618168 h 1774888"/>
              <a:gd name="connsiteX9" fmla="*/ 505047 w 2085939"/>
              <a:gd name="connsiteY9" fmla="*/ 1516568 h 1774888"/>
              <a:gd name="connsiteX10" fmla="*/ 877580 w 2085939"/>
              <a:gd name="connsiteY10" fmla="*/ 1762102 h 1774888"/>
              <a:gd name="connsiteX11" fmla="*/ 1427914 w 2085939"/>
              <a:gd name="connsiteY11" fmla="*/ 1711302 h 1774888"/>
              <a:gd name="connsiteX12" fmla="*/ 1631114 w 2085939"/>
              <a:gd name="connsiteY12" fmla="*/ 1465768 h 1774888"/>
              <a:gd name="connsiteX13" fmla="*/ 2079847 w 2085939"/>
              <a:gd name="connsiteY13" fmla="*/ 1254102 h 1774888"/>
              <a:gd name="connsiteX14" fmla="*/ 1885114 w 2085939"/>
              <a:gd name="connsiteY14" fmla="*/ 856168 h 1774888"/>
              <a:gd name="connsiteX15" fmla="*/ 1800447 w 2085939"/>
              <a:gd name="connsiteY15" fmla="*/ 432835 h 1774888"/>
              <a:gd name="connsiteX16" fmla="*/ 657447 w 2085939"/>
              <a:gd name="connsiteY16" fmla="*/ 1035 h 1774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85939" h="1774888">
                <a:moveTo>
                  <a:pt x="657447" y="1035"/>
                </a:moveTo>
                <a:cubicBezTo>
                  <a:pt x="435903" y="-17309"/>
                  <a:pt x="437313" y="212701"/>
                  <a:pt x="471180" y="322768"/>
                </a:cubicBezTo>
                <a:cubicBezTo>
                  <a:pt x="505047" y="432835"/>
                  <a:pt x="733647" y="614868"/>
                  <a:pt x="860647" y="661435"/>
                </a:cubicBezTo>
                <a:cubicBezTo>
                  <a:pt x="987647" y="708002"/>
                  <a:pt x="1121702" y="545724"/>
                  <a:pt x="1233180" y="602168"/>
                </a:cubicBezTo>
                <a:cubicBezTo>
                  <a:pt x="1344658" y="658612"/>
                  <a:pt x="1492825" y="885802"/>
                  <a:pt x="1529514" y="1000102"/>
                </a:cubicBezTo>
                <a:cubicBezTo>
                  <a:pt x="1566203" y="1114402"/>
                  <a:pt x="1581725" y="1263979"/>
                  <a:pt x="1453314" y="1287968"/>
                </a:cubicBezTo>
                <a:cubicBezTo>
                  <a:pt x="1324903" y="1311957"/>
                  <a:pt x="976358" y="1159557"/>
                  <a:pt x="759047" y="1144035"/>
                </a:cubicBezTo>
                <a:cubicBezTo>
                  <a:pt x="541736" y="1128513"/>
                  <a:pt x="272214" y="1115813"/>
                  <a:pt x="149447" y="1194835"/>
                </a:cubicBezTo>
                <a:cubicBezTo>
                  <a:pt x="26680" y="1273857"/>
                  <a:pt x="-36820" y="1564546"/>
                  <a:pt x="22447" y="1618168"/>
                </a:cubicBezTo>
                <a:cubicBezTo>
                  <a:pt x="81714" y="1671790"/>
                  <a:pt x="362525" y="1492579"/>
                  <a:pt x="505047" y="1516568"/>
                </a:cubicBezTo>
                <a:cubicBezTo>
                  <a:pt x="647569" y="1540557"/>
                  <a:pt x="723769" y="1729646"/>
                  <a:pt x="877580" y="1762102"/>
                </a:cubicBezTo>
                <a:cubicBezTo>
                  <a:pt x="1031391" y="1794558"/>
                  <a:pt x="1302325" y="1760691"/>
                  <a:pt x="1427914" y="1711302"/>
                </a:cubicBezTo>
                <a:cubicBezTo>
                  <a:pt x="1553503" y="1661913"/>
                  <a:pt x="1522459" y="1541968"/>
                  <a:pt x="1631114" y="1465768"/>
                </a:cubicBezTo>
                <a:cubicBezTo>
                  <a:pt x="1739769" y="1389568"/>
                  <a:pt x="2037514" y="1355702"/>
                  <a:pt x="2079847" y="1254102"/>
                </a:cubicBezTo>
                <a:cubicBezTo>
                  <a:pt x="2122180" y="1152502"/>
                  <a:pt x="1931681" y="993046"/>
                  <a:pt x="1885114" y="856168"/>
                </a:cubicBezTo>
                <a:cubicBezTo>
                  <a:pt x="1838547" y="719290"/>
                  <a:pt x="2003647" y="576768"/>
                  <a:pt x="1800447" y="432835"/>
                </a:cubicBezTo>
                <a:cubicBezTo>
                  <a:pt x="1597247" y="288902"/>
                  <a:pt x="878991" y="19379"/>
                  <a:pt x="657447" y="1035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E7C33CDA-6D1D-51B5-2E1F-7CE54C4AFE9E}"/>
              </a:ext>
            </a:extLst>
          </p:cNvPr>
          <p:cNvSpPr/>
          <p:nvPr/>
        </p:nvSpPr>
        <p:spPr>
          <a:xfrm>
            <a:off x="1424989" y="5502653"/>
            <a:ext cx="2944052" cy="1888620"/>
          </a:xfrm>
          <a:custGeom>
            <a:avLst/>
            <a:gdLst>
              <a:gd name="connsiteX0" fmla="*/ 39744 w 2944052"/>
              <a:gd name="connsiteY0" fmla="*/ 1575480 h 1888620"/>
              <a:gd name="connsiteX1" fmla="*/ 226011 w 2944052"/>
              <a:gd name="connsiteY1" fmla="*/ 1160614 h 1888620"/>
              <a:gd name="connsiteX2" fmla="*/ 666278 w 2944052"/>
              <a:gd name="connsiteY2" fmla="*/ 1016680 h 1888620"/>
              <a:gd name="connsiteX3" fmla="*/ 894878 w 2944052"/>
              <a:gd name="connsiteY3" fmla="*/ 661080 h 1888620"/>
              <a:gd name="connsiteX4" fmla="*/ 564678 w 2944052"/>
              <a:gd name="connsiteY4" fmla="*/ 305480 h 1888620"/>
              <a:gd name="connsiteX5" fmla="*/ 1199678 w 2944052"/>
              <a:gd name="connsiteY5" fmla="*/ 680 h 1888620"/>
              <a:gd name="connsiteX6" fmla="*/ 1419811 w 2944052"/>
              <a:gd name="connsiteY6" fmla="*/ 390147 h 1888620"/>
              <a:gd name="connsiteX7" fmla="*/ 2181811 w 2944052"/>
              <a:gd name="connsiteY7" fmla="*/ 127680 h 1888620"/>
              <a:gd name="connsiteX8" fmla="*/ 2605144 w 2944052"/>
              <a:gd name="connsiteY8" fmla="*/ 415547 h 1888620"/>
              <a:gd name="connsiteX9" fmla="*/ 2300344 w 2944052"/>
              <a:gd name="connsiteY9" fmla="*/ 838880 h 1888620"/>
              <a:gd name="connsiteX10" fmla="*/ 2774478 w 2944052"/>
              <a:gd name="connsiteY10" fmla="*/ 1346880 h 1888620"/>
              <a:gd name="connsiteX11" fmla="*/ 2901478 w 2944052"/>
              <a:gd name="connsiteY11" fmla="*/ 1871814 h 1888620"/>
              <a:gd name="connsiteX12" fmla="*/ 2088678 w 2944052"/>
              <a:gd name="connsiteY12" fmla="*/ 1702480 h 1888620"/>
              <a:gd name="connsiteX13" fmla="*/ 2054811 w 2944052"/>
              <a:gd name="connsiteY13" fmla="*/ 1143680 h 1888620"/>
              <a:gd name="connsiteX14" fmla="*/ 1902411 w 2944052"/>
              <a:gd name="connsiteY14" fmla="*/ 906614 h 1888620"/>
              <a:gd name="connsiteX15" fmla="*/ 2080211 w 2944052"/>
              <a:gd name="connsiteY15" fmla="*/ 584880 h 1888620"/>
              <a:gd name="connsiteX16" fmla="*/ 1783878 w 2944052"/>
              <a:gd name="connsiteY16" fmla="*/ 534080 h 1888620"/>
              <a:gd name="connsiteX17" fmla="*/ 1479078 w 2944052"/>
              <a:gd name="connsiteY17" fmla="*/ 737280 h 1888620"/>
              <a:gd name="connsiteX18" fmla="*/ 1284344 w 2944052"/>
              <a:gd name="connsiteY18" fmla="*/ 584880 h 1888620"/>
              <a:gd name="connsiteX19" fmla="*/ 1115011 w 2944052"/>
              <a:gd name="connsiteY19" fmla="*/ 838880 h 1888620"/>
              <a:gd name="connsiteX20" fmla="*/ 988011 w 2944052"/>
              <a:gd name="connsiteY20" fmla="*/ 1668614 h 1888620"/>
              <a:gd name="connsiteX21" fmla="*/ 39744 w 2944052"/>
              <a:gd name="connsiteY21" fmla="*/ 1575480 h 1888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944052" h="1888620">
                <a:moveTo>
                  <a:pt x="39744" y="1575480"/>
                </a:moveTo>
                <a:cubicBezTo>
                  <a:pt x="-87256" y="1490813"/>
                  <a:pt x="121589" y="1253747"/>
                  <a:pt x="226011" y="1160614"/>
                </a:cubicBezTo>
                <a:cubicBezTo>
                  <a:pt x="330433" y="1067481"/>
                  <a:pt x="554800" y="1099936"/>
                  <a:pt x="666278" y="1016680"/>
                </a:cubicBezTo>
                <a:cubicBezTo>
                  <a:pt x="777756" y="933424"/>
                  <a:pt x="911811" y="779613"/>
                  <a:pt x="894878" y="661080"/>
                </a:cubicBezTo>
                <a:cubicBezTo>
                  <a:pt x="877945" y="542547"/>
                  <a:pt x="513878" y="415547"/>
                  <a:pt x="564678" y="305480"/>
                </a:cubicBezTo>
                <a:cubicBezTo>
                  <a:pt x="615478" y="195413"/>
                  <a:pt x="1057156" y="-13431"/>
                  <a:pt x="1199678" y="680"/>
                </a:cubicBezTo>
                <a:cubicBezTo>
                  <a:pt x="1342200" y="14791"/>
                  <a:pt x="1256122" y="368980"/>
                  <a:pt x="1419811" y="390147"/>
                </a:cubicBezTo>
                <a:cubicBezTo>
                  <a:pt x="1583500" y="411314"/>
                  <a:pt x="1984256" y="123447"/>
                  <a:pt x="2181811" y="127680"/>
                </a:cubicBezTo>
                <a:cubicBezTo>
                  <a:pt x="2379366" y="131913"/>
                  <a:pt x="2585389" y="297014"/>
                  <a:pt x="2605144" y="415547"/>
                </a:cubicBezTo>
                <a:cubicBezTo>
                  <a:pt x="2624899" y="534080"/>
                  <a:pt x="2272122" y="683658"/>
                  <a:pt x="2300344" y="838880"/>
                </a:cubicBezTo>
                <a:cubicBezTo>
                  <a:pt x="2328566" y="994102"/>
                  <a:pt x="2674289" y="1174724"/>
                  <a:pt x="2774478" y="1346880"/>
                </a:cubicBezTo>
                <a:cubicBezTo>
                  <a:pt x="2874667" y="1519036"/>
                  <a:pt x="3015778" y="1812547"/>
                  <a:pt x="2901478" y="1871814"/>
                </a:cubicBezTo>
                <a:cubicBezTo>
                  <a:pt x="2787178" y="1931081"/>
                  <a:pt x="2229789" y="1823836"/>
                  <a:pt x="2088678" y="1702480"/>
                </a:cubicBezTo>
                <a:cubicBezTo>
                  <a:pt x="1947567" y="1581124"/>
                  <a:pt x="2085855" y="1276324"/>
                  <a:pt x="2054811" y="1143680"/>
                </a:cubicBezTo>
                <a:cubicBezTo>
                  <a:pt x="2023767" y="1011036"/>
                  <a:pt x="1898178" y="999747"/>
                  <a:pt x="1902411" y="906614"/>
                </a:cubicBezTo>
                <a:cubicBezTo>
                  <a:pt x="1906644" y="813481"/>
                  <a:pt x="2099967" y="646969"/>
                  <a:pt x="2080211" y="584880"/>
                </a:cubicBezTo>
                <a:cubicBezTo>
                  <a:pt x="2060455" y="522791"/>
                  <a:pt x="1884067" y="508680"/>
                  <a:pt x="1783878" y="534080"/>
                </a:cubicBezTo>
                <a:cubicBezTo>
                  <a:pt x="1683689" y="559480"/>
                  <a:pt x="1562334" y="728813"/>
                  <a:pt x="1479078" y="737280"/>
                </a:cubicBezTo>
                <a:cubicBezTo>
                  <a:pt x="1395822" y="745747"/>
                  <a:pt x="1345022" y="567947"/>
                  <a:pt x="1284344" y="584880"/>
                </a:cubicBezTo>
                <a:cubicBezTo>
                  <a:pt x="1223666" y="601813"/>
                  <a:pt x="1164400" y="658258"/>
                  <a:pt x="1115011" y="838880"/>
                </a:cubicBezTo>
                <a:cubicBezTo>
                  <a:pt x="1065622" y="1019502"/>
                  <a:pt x="1167222" y="1544436"/>
                  <a:pt x="988011" y="1668614"/>
                </a:cubicBezTo>
                <a:cubicBezTo>
                  <a:pt x="808800" y="1792792"/>
                  <a:pt x="166744" y="1660147"/>
                  <a:pt x="39744" y="1575480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электроника, текст, снимок экрана, мультимеди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9CF562A-82D2-DE96-E9BF-EE0145FE0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937" y="93134"/>
            <a:ext cx="3105380" cy="668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35953-D339-0112-1DD3-D3E87C11B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Изображение выглядит как текст, снимок экрана, Устройство связи, Мобильное устрой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52556A9-0564-147B-D63F-8E5025E17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806" y="84667"/>
            <a:ext cx="3099933" cy="667693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192E172-2AC1-1245-E166-7657F25DB207}"/>
              </a:ext>
            </a:extLst>
          </p:cNvPr>
          <p:cNvSpPr/>
          <p:nvPr/>
        </p:nvSpPr>
        <p:spPr>
          <a:xfrm>
            <a:off x="0" y="-147566"/>
            <a:ext cx="5318876" cy="7070895"/>
          </a:xfrm>
          <a:prstGeom prst="rect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52CA4-6C41-5ACE-E9D2-7E7B9203A8F3}"/>
              </a:ext>
            </a:extLst>
          </p:cNvPr>
          <p:cNvSpPr txBox="1"/>
          <p:nvPr/>
        </p:nvSpPr>
        <p:spPr>
          <a:xfrm>
            <a:off x="491097" y="2326052"/>
            <a:ext cx="481183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atin typeface="Inter" panose="02000503000000020004" pitchFamily="2" charset="0"/>
                <a:ea typeface="Inter" panose="02000503000000020004" pitchFamily="2" charset="0"/>
              </a:rPr>
              <a:t>Календарь </a:t>
            </a:r>
          </a:p>
          <a:p>
            <a:pPr algn="ctr"/>
            <a:r>
              <a:rPr lang="ru-RU" sz="4400" dirty="0">
                <a:latin typeface="Inter" panose="02000503000000020004" pitchFamily="2" charset="0"/>
                <a:ea typeface="Inter" panose="02000503000000020004" pitchFamily="2" charset="0"/>
              </a:rPr>
              <a:t>и </a:t>
            </a:r>
          </a:p>
          <a:p>
            <a:pPr algn="ctr"/>
            <a:r>
              <a:rPr lang="ru-RU" sz="4400" dirty="0">
                <a:latin typeface="Inter" panose="02000503000000020004" pitchFamily="2" charset="0"/>
                <a:ea typeface="Inter" panose="02000503000000020004" pitchFamily="2" charset="0"/>
              </a:rPr>
              <a:t>статистика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754D0A0-BA65-B864-3C5A-5A819774C4E9}"/>
              </a:ext>
            </a:extLst>
          </p:cNvPr>
          <p:cNvSpPr/>
          <p:nvPr/>
        </p:nvSpPr>
        <p:spPr>
          <a:xfrm>
            <a:off x="11059427" y="5842534"/>
            <a:ext cx="1132573" cy="1015465"/>
          </a:xfrm>
          <a:prstGeom prst="rect">
            <a:avLst/>
          </a:prstGeom>
          <a:solidFill>
            <a:srgbClr val="E8EDF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437C3A-F404-EAE9-BCC0-6FB708E773D8}"/>
              </a:ext>
            </a:extLst>
          </p:cNvPr>
          <p:cNvSpPr txBox="1"/>
          <p:nvPr/>
        </p:nvSpPr>
        <p:spPr>
          <a:xfrm>
            <a:off x="11405936" y="5977289"/>
            <a:ext cx="500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8</a:t>
            </a: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51459C29-3214-4519-D05A-F0D150DB9CB8}"/>
              </a:ext>
            </a:extLst>
          </p:cNvPr>
          <p:cNvSpPr/>
          <p:nvPr/>
        </p:nvSpPr>
        <p:spPr>
          <a:xfrm>
            <a:off x="-704443" y="5322858"/>
            <a:ext cx="4522964" cy="1861714"/>
          </a:xfrm>
          <a:custGeom>
            <a:avLst/>
            <a:gdLst>
              <a:gd name="connsiteX0" fmla="*/ 4141910 w 4522964"/>
              <a:gd name="connsiteY0" fmla="*/ 1848409 h 1861714"/>
              <a:gd name="connsiteX1" fmla="*/ 4522910 w 4522964"/>
              <a:gd name="connsiteY1" fmla="*/ 1399675 h 1861714"/>
              <a:gd name="connsiteX2" fmla="*/ 4167310 w 4522964"/>
              <a:gd name="connsiteY2" fmla="*/ 756209 h 1861714"/>
              <a:gd name="connsiteX3" fmla="*/ 3820176 w 4522964"/>
              <a:gd name="connsiteY3" fmla="*/ 138142 h 1861714"/>
              <a:gd name="connsiteX4" fmla="*/ 3100510 w 4522964"/>
              <a:gd name="connsiteY4" fmla="*/ 426009 h 1861714"/>
              <a:gd name="connsiteX5" fmla="*/ 2262310 w 4522964"/>
              <a:gd name="connsiteY5" fmla="*/ 2675 h 1861714"/>
              <a:gd name="connsiteX6" fmla="*/ 1491843 w 4522964"/>
              <a:gd name="connsiteY6" fmla="*/ 671542 h 1861714"/>
              <a:gd name="connsiteX7" fmla="*/ 111776 w 4522964"/>
              <a:gd name="connsiteY7" fmla="*/ 434475 h 1861714"/>
              <a:gd name="connsiteX8" fmla="*/ 221843 w 4522964"/>
              <a:gd name="connsiteY8" fmla="*/ 1789142 h 1861714"/>
              <a:gd name="connsiteX9" fmla="*/ 1330976 w 4522964"/>
              <a:gd name="connsiteY9" fmla="*/ 1255742 h 1861714"/>
              <a:gd name="connsiteX10" fmla="*/ 2313110 w 4522964"/>
              <a:gd name="connsiteY10" fmla="*/ 1018675 h 1861714"/>
              <a:gd name="connsiteX11" fmla="*/ 2592510 w 4522964"/>
              <a:gd name="connsiteY11" fmla="*/ 544542 h 1861714"/>
              <a:gd name="connsiteX12" fmla="*/ 3235976 w 4522964"/>
              <a:gd name="connsiteY12" fmla="*/ 1094875 h 1861714"/>
              <a:gd name="connsiteX13" fmla="*/ 3786310 w 4522964"/>
              <a:gd name="connsiteY13" fmla="*/ 883209 h 1861714"/>
              <a:gd name="connsiteX14" fmla="*/ 4141910 w 4522964"/>
              <a:gd name="connsiteY14" fmla="*/ 1848409 h 1861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522964" h="1861714">
                <a:moveTo>
                  <a:pt x="4141910" y="1848409"/>
                </a:moveTo>
                <a:cubicBezTo>
                  <a:pt x="4264677" y="1934487"/>
                  <a:pt x="4518677" y="1581708"/>
                  <a:pt x="4522910" y="1399675"/>
                </a:cubicBezTo>
                <a:cubicBezTo>
                  <a:pt x="4527143" y="1217642"/>
                  <a:pt x="4284432" y="966464"/>
                  <a:pt x="4167310" y="756209"/>
                </a:cubicBezTo>
                <a:cubicBezTo>
                  <a:pt x="4050188" y="545954"/>
                  <a:pt x="3997976" y="193175"/>
                  <a:pt x="3820176" y="138142"/>
                </a:cubicBezTo>
                <a:cubicBezTo>
                  <a:pt x="3642376" y="83109"/>
                  <a:pt x="3360154" y="448587"/>
                  <a:pt x="3100510" y="426009"/>
                </a:cubicBezTo>
                <a:cubicBezTo>
                  <a:pt x="2840866" y="403431"/>
                  <a:pt x="2530421" y="-38247"/>
                  <a:pt x="2262310" y="2675"/>
                </a:cubicBezTo>
                <a:cubicBezTo>
                  <a:pt x="1994199" y="43597"/>
                  <a:pt x="1850265" y="599575"/>
                  <a:pt x="1491843" y="671542"/>
                </a:cubicBezTo>
                <a:cubicBezTo>
                  <a:pt x="1133421" y="743509"/>
                  <a:pt x="323443" y="248208"/>
                  <a:pt x="111776" y="434475"/>
                </a:cubicBezTo>
                <a:cubicBezTo>
                  <a:pt x="-99891" y="620742"/>
                  <a:pt x="18643" y="1652264"/>
                  <a:pt x="221843" y="1789142"/>
                </a:cubicBezTo>
                <a:cubicBezTo>
                  <a:pt x="425043" y="1926020"/>
                  <a:pt x="982431" y="1384153"/>
                  <a:pt x="1330976" y="1255742"/>
                </a:cubicBezTo>
                <a:cubicBezTo>
                  <a:pt x="1679520" y="1127331"/>
                  <a:pt x="2102854" y="1137208"/>
                  <a:pt x="2313110" y="1018675"/>
                </a:cubicBezTo>
                <a:cubicBezTo>
                  <a:pt x="2523366" y="900142"/>
                  <a:pt x="2438699" y="531842"/>
                  <a:pt x="2592510" y="544542"/>
                </a:cubicBezTo>
                <a:cubicBezTo>
                  <a:pt x="2746321" y="557242"/>
                  <a:pt x="3037009" y="1038431"/>
                  <a:pt x="3235976" y="1094875"/>
                </a:cubicBezTo>
                <a:cubicBezTo>
                  <a:pt x="3434943" y="1151319"/>
                  <a:pt x="3633910" y="763264"/>
                  <a:pt x="3786310" y="883209"/>
                </a:cubicBezTo>
                <a:cubicBezTo>
                  <a:pt x="3938710" y="1003154"/>
                  <a:pt x="4019143" y="1762331"/>
                  <a:pt x="4141910" y="1848409"/>
                </a:cubicBezTo>
                <a:close/>
              </a:path>
            </a:pathLst>
          </a:custGeom>
          <a:solidFill>
            <a:srgbClr val="9C8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DC1929FC-2408-6609-5B06-03AC6C0B593C}"/>
              </a:ext>
            </a:extLst>
          </p:cNvPr>
          <p:cNvSpPr/>
          <p:nvPr/>
        </p:nvSpPr>
        <p:spPr>
          <a:xfrm rot="280388">
            <a:off x="1038204" y="-461984"/>
            <a:ext cx="3848949" cy="1551227"/>
          </a:xfrm>
          <a:custGeom>
            <a:avLst/>
            <a:gdLst>
              <a:gd name="connsiteX0" fmla="*/ 28596 w 3848949"/>
              <a:gd name="connsiteY0" fmla="*/ 103124 h 1551227"/>
              <a:gd name="connsiteX1" fmla="*/ 638196 w 3848949"/>
              <a:gd name="connsiteY1" fmla="*/ 314791 h 1551227"/>
              <a:gd name="connsiteX2" fmla="*/ 782129 w 3848949"/>
              <a:gd name="connsiteY2" fmla="*/ 763524 h 1551227"/>
              <a:gd name="connsiteX3" fmla="*/ 1340929 w 3848949"/>
              <a:gd name="connsiteY3" fmla="*/ 814324 h 1551227"/>
              <a:gd name="connsiteX4" fmla="*/ 1738862 w 3848949"/>
              <a:gd name="connsiteY4" fmla="*/ 1263058 h 1551227"/>
              <a:gd name="connsiteX5" fmla="*/ 2509329 w 3848949"/>
              <a:gd name="connsiteY5" fmla="*/ 1034458 h 1551227"/>
              <a:gd name="connsiteX6" fmla="*/ 3322129 w 3848949"/>
              <a:gd name="connsiteY6" fmla="*/ 1550924 h 1551227"/>
              <a:gd name="connsiteX7" fmla="*/ 3830129 w 3848949"/>
              <a:gd name="connsiteY7" fmla="*/ 949791 h 1551227"/>
              <a:gd name="connsiteX8" fmla="*/ 3677729 w 3848949"/>
              <a:gd name="connsiteY8" fmla="*/ 35391 h 1551227"/>
              <a:gd name="connsiteX9" fmla="*/ 3093529 w 3848949"/>
              <a:gd name="connsiteY9" fmla="*/ 247058 h 1551227"/>
              <a:gd name="connsiteX10" fmla="*/ 3330596 w 3848949"/>
              <a:gd name="connsiteY10" fmla="*/ 805858 h 1551227"/>
              <a:gd name="connsiteX11" fmla="*/ 2610929 w 3848949"/>
              <a:gd name="connsiteY11" fmla="*/ 577258 h 1551227"/>
              <a:gd name="connsiteX12" fmla="*/ 2052129 w 3848949"/>
              <a:gd name="connsiteY12" fmla="*/ 661924 h 1551227"/>
              <a:gd name="connsiteX13" fmla="*/ 1671129 w 3848949"/>
              <a:gd name="connsiteY13" fmla="*/ 450258 h 1551227"/>
              <a:gd name="connsiteX14" fmla="*/ 28596 w 3848949"/>
              <a:gd name="connsiteY14" fmla="*/ 103124 h 1551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48949" h="1551227">
                <a:moveTo>
                  <a:pt x="28596" y="103124"/>
                </a:moveTo>
                <a:cubicBezTo>
                  <a:pt x="-143559" y="80546"/>
                  <a:pt x="512607" y="204724"/>
                  <a:pt x="638196" y="314791"/>
                </a:cubicBezTo>
                <a:cubicBezTo>
                  <a:pt x="763785" y="424858"/>
                  <a:pt x="665007" y="680269"/>
                  <a:pt x="782129" y="763524"/>
                </a:cubicBezTo>
                <a:cubicBezTo>
                  <a:pt x="899251" y="846779"/>
                  <a:pt x="1181474" y="731068"/>
                  <a:pt x="1340929" y="814324"/>
                </a:cubicBezTo>
                <a:cubicBezTo>
                  <a:pt x="1500384" y="897580"/>
                  <a:pt x="1544129" y="1226369"/>
                  <a:pt x="1738862" y="1263058"/>
                </a:cubicBezTo>
                <a:cubicBezTo>
                  <a:pt x="1933595" y="1299747"/>
                  <a:pt x="2245451" y="986480"/>
                  <a:pt x="2509329" y="1034458"/>
                </a:cubicBezTo>
                <a:cubicBezTo>
                  <a:pt x="2773207" y="1082436"/>
                  <a:pt x="3101996" y="1565035"/>
                  <a:pt x="3322129" y="1550924"/>
                </a:cubicBezTo>
                <a:cubicBezTo>
                  <a:pt x="3542262" y="1536813"/>
                  <a:pt x="3770862" y="1202380"/>
                  <a:pt x="3830129" y="949791"/>
                </a:cubicBezTo>
                <a:cubicBezTo>
                  <a:pt x="3889396" y="697202"/>
                  <a:pt x="3800496" y="152513"/>
                  <a:pt x="3677729" y="35391"/>
                </a:cubicBezTo>
                <a:cubicBezTo>
                  <a:pt x="3554962" y="-81731"/>
                  <a:pt x="3151385" y="118647"/>
                  <a:pt x="3093529" y="247058"/>
                </a:cubicBezTo>
                <a:cubicBezTo>
                  <a:pt x="3035674" y="375469"/>
                  <a:pt x="3411029" y="750825"/>
                  <a:pt x="3330596" y="805858"/>
                </a:cubicBezTo>
                <a:cubicBezTo>
                  <a:pt x="3250163" y="860891"/>
                  <a:pt x="2824007" y="601247"/>
                  <a:pt x="2610929" y="577258"/>
                </a:cubicBezTo>
                <a:cubicBezTo>
                  <a:pt x="2397851" y="553269"/>
                  <a:pt x="2208762" y="683091"/>
                  <a:pt x="2052129" y="661924"/>
                </a:cubicBezTo>
                <a:cubicBezTo>
                  <a:pt x="1895496" y="640757"/>
                  <a:pt x="2001329" y="540569"/>
                  <a:pt x="1671129" y="450258"/>
                </a:cubicBezTo>
                <a:cubicBezTo>
                  <a:pt x="1340929" y="359947"/>
                  <a:pt x="200751" y="125702"/>
                  <a:pt x="28596" y="103124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 descr="Изображение выглядит как текст, снимок экрана, мультимедиа, Мобильное устрой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41DC47B-F099-608F-A45F-A3588F189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55" y="84667"/>
            <a:ext cx="3099933" cy="667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95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6B261-FEF0-E434-A19F-CB3D6292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682A84B-795E-AC9C-060D-F2C7C6F9F91C}"/>
              </a:ext>
            </a:extLst>
          </p:cNvPr>
          <p:cNvSpPr/>
          <p:nvPr/>
        </p:nvSpPr>
        <p:spPr>
          <a:xfrm>
            <a:off x="11044320" y="5842535"/>
            <a:ext cx="1132573" cy="1015465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93FBB1-B7F9-8552-4D69-DE404D70D540}"/>
              </a:ext>
            </a:extLst>
          </p:cNvPr>
          <p:cNvSpPr txBox="1"/>
          <p:nvPr/>
        </p:nvSpPr>
        <p:spPr>
          <a:xfrm>
            <a:off x="11314496" y="5996323"/>
            <a:ext cx="928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9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4601A81-33D1-1D3A-EDB6-CDD4321E9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413594"/>
              </p:ext>
            </p:extLst>
          </p:nvPr>
        </p:nvGraphicFramePr>
        <p:xfrm>
          <a:off x="0" y="-442957"/>
          <a:ext cx="12191999" cy="7300959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5978277">
                  <a:extLst>
                    <a:ext uri="{9D8B030D-6E8A-4147-A177-3AD203B41FA5}">
                      <a16:colId xmlns:a16="http://schemas.microsoft.com/office/drawing/2014/main" val="651916450"/>
                    </a:ext>
                  </a:extLst>
                </a:gridCol>
                <a:gridCol w="1383508">
                  <a:extLst>
                    <a:ext uri="{9D8B030D-6E8A-4147-A177-3AD203B41FA5}">
                      <a16:colId xmlns:a16="http://schemas.microsoft.com/office/drawing/2014/main" val="2285644522"/>
                    </a:ext>
                  </a:extLst>
                </a:gridCol>
                <a:gridCol w="2386233">
                  <a:extLst>
                    <a:ext uri="{9D8B030D-6E8A-4147-A177-3AD203B41FA5}">
                      <a16:colId xmlns:a16="http://schemas.microsoft.com/office/drawing/2014/main" val="607330779"/>
                    </a:ext>
                  </a:extLst>
                </a:gridCol>
                <a:gridCol w="2443981">
                  <a:extLst>
                    <a:ext uri="{9D8B030D-6E8A-4147-A177-3AD203B41FA5}">
                      <a16:colId xmlns:a16="http://schemas.microsoft.com/office/drawing/2014/main" val="2050114455"/>
                    </a:ext>
                  </a:extLst>
                </a:gridCol>
              </a:tblGrid>
              <a:tr h="1480280"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32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  <a:p>
                      <a:pPr algn="ctr"/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ТЗ</a:t>
                      </a:r>
                      <a:endParaRPr lang="ru-RU" sz="24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32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  <a:p>
                      <a:pPr algn="ctr"/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Курсовой проект</a:t>
                      </a:r>
                      <a:endParaRPr lang="ru-RU" sz="18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32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  <a:p>
                      <a:pPr algn="ctr"/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Работает</a:t>
                      </a:r>
                      <a:endParaRPr lang="ru-RU" sz="32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01291"/>
                  </a:ext>
                </a:extLst>
              </a:tr>
              <a:tr h="913365">
                <a:tc>
                  <a:txBody>
                    <a:bodyPr/>
                    <a:lstStyle/>
                    <a:p>
                      <a:pPr algn="l"/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Сценарий</a:t>
                      </a:r>
                      <a:r>
                        <a:rPr lang="en-US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 “</a:t>
                      </a:r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Создание задачи</a:t>
                      </a:r>
                      <a:r>
                        <a:rPr lang="en-US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”</a:t>
                      </a:r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 </a:t>
                      </a:r>
                    </a:p>
                    <a:p>
                      <a:endParaRPr lang="ru-RU" sz="24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538477"/>
                  </a:ext>
                </a:extLst>
              </a:tr>
              <a:tr h="724393"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Сценарий </a:t>
                      </a:r>
                      <a:r>
                        <a:rPr lang="en-US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“</a:t>
                      </a:r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магазин</a:t>
                      </a:r>
                      <a:r>
                        <a:rPr lang="en-US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”</a:t>
                      </a:r>
                      <a:endParaRPr lang="ru-RU" sz="28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365065"/>
                  </a:ext>
                </a:extLst>
              </a:tr>
              <a:tr h="72439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“</a:t>
                      </a:r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Умные</a:t>
                      </a:r>
                      <a:r>
                        <a:rPr lang="en-US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”</a:t>
                      </a:r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 уведомления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  <a:r>
                        <a:rPr lang="en-US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-</a:t>
                      </a:r>
                      <a:endParaRPr lang="ru-RU" sz="40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671579"/>
                  </a:ext>
                </a:extLst>
              </a:tr>
              <a:tr h="724393"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Статистика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322368"/>
                  </a:ext>
                </a:extLst>
              </a:tr>
              <a:tr h="10088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Дизайн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      +</a:t>
                      </a:r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(</a:t>
                      </a:r>
                      <a:r>
                        <a:rPr lang="ru-RU" sz="24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95%)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498854"/>
                  </a:ext>
                </a:extLst>
              </a:tr>
              <a:tr h="724393">
                <a:tc>
                  <a:txBody>
                    <a:bodyPr/>
                    <a:lstStyle/>
                    <a:p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Оффлайн режим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  <a:endParaRPr lang="ru-RU" sz="32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915913"/>
                  </a:ext>
                </a:extLst>
              </a:tr>
              <a:tr h="1000861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HTTPs</a:t>
                      </a:r>
                      <a:r>
                        <a:rPr lang="ru-RU" sz="28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, </a:t>
                      </a:r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  <a:cs typeface="+mn-cs"/>
                        </a:rPr>
                        <a:t>пароли хранятся в хешированном виде </a:t>
                      </a:r>
                      <a:endParaRPr lang="ru-RU" sz="28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+</a:t>
                      </a:r>
                      <a:endParaRPr lang="ru-RU" sz="320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074949"/>
                  </a:ext>
                </a:extLst>
              </a:tr>
            </a:tbl>
          </a:graphicData>
        </a:graphic>
      </p:graphicFrame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1469068-9CCE-8181-C41B-BEF77505E055}"/>
              </a:ext>
            </a:extLst>
          </p:cNvPr>
          <p:cNvSpPr/>
          <p:nvPr/>
        </p:nvSpPr>
        <p:spPr>
          <a:xfrm>
            <a:off x="203200" y="127000"/>
            <a:ext cx="3479800" cy="622300"/>
          </a:xfrm>
          <a:prstGeom prst="roundRect">
            <a:avLst/>
          </a:prstGeom>
          <a:solidFill>
            <a:srgbClr val="F2CFEE"/>
          </a:solidFill>
          <a:ln>
            <a:solidFill>
              <a:srgbClr val="F2CF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Che</a:t>
            </a:r>
            <a:r>
              <a:rPr lang="ru-RU" sz="2800" dirty="0">
                <a:solidFill>
                  <a:schemeClr val="tx1"/>
                </a:solidFill>
              </a:rPr>
              <a:t>с</a:t>
            </a:r>
            <a:r>
              <a:rPr lang="en-US" sz="2800" dirty="0">
                <a:solidFill>
                  <a:schemeClr val="tx1"/>
                </a:solidFill>
              </a:rPr>
              <a:t>k</a:t>
            </a:r>
            <a:r>
              <a:rPr lang="ru-RU" sz="2800" dirty="0">
                <a:solidFill>
                  <a:schemeClr val="tx1"/>
                </a:solidFill>
              </a:rPr>
              <a:t>-лист</a:t>
            </a:r>
          </a:p>
        </p:txBody>
      </p:sp>
    </p:spTree>
    <p:extLst>
      <p:ext uri="{BB962C8B-B14F-4D97-AF65-F5344CB8AC3E}">
        <p14:creationId xmlns:p14="http://schemas.microsoft.com/office/powerpoint/2010/main" val="560204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A1434-FA66-4CA5-5102-386E9D830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0E4DBA7-5F3D-A4A0-472A-C502AC4F107F}"/>
              </a:ext>
            </a:extLst>
          </p:cNvPr>
          <p:cNvSpPr/>
          <p:nvPr/>
        </p:nvSpPr>
        <p:spPr>
          <a:xfrm>
            <a:off x="0" y="-120238"/>
            <a:ext cx="5318876" cy="7070895"/>
          </a:xfrm>
          <a:prstGeom prst="rect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61E2CA-B8CC-FD5B-04E7-AFE6669F902B}"/>
              </a:ext>
            </a:extLst>
          </p:cNvPr>
          <p:cNvSpPr txBox="1"/>
          <p:nvPr/>
        </p:nvSpPr>
        <p:spPr>
          <a:xfrm>
            <a:off x="625004" y="2659559"/>
            <a:ext cx="48118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Inter" panose="02000503000000020004" pitchFamily="2" charset="0"/>
                <a:ea typeface="Inter" panose="02000503000000020004" pitchFamily="2" charset="0"/>
              </a:rPr>
              <a:t>Наши метрики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3FEB66-BE0A-8CFF-FF30-070F96F0F327}"/>
              </a:ext>
            </a:extLst>
          </p:cNvPr>
          <p:cNvSpPr/>
          <p:nvPr/>
        </p:nvSpPr>
        <p:spPr>
          <a:xfrm>
            <a:off x="11059427" y="5842534"/>
            <a:ext cx="1132573" cy="1015465"/>
          </a:xfrm>
          <a:prstGeom prst="rect">
            <a:avLst/>
          </a:prstGeom>
          <a:solidFill>
            <a:srgbClr val="E8EDF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</a:rPr>
              <a:t>10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990247F-24FD-0AF7-341E-E9F5AD862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03" r="26931" b="21169"/>
          <a:stretch/>
        </p:blipFill>
        <p:spPr>
          <a:xfrm>
            <a:off x="5488826" y="127375"/>
            <a:ext cx="2768600" cy="2684675"/>
          </a:xfrm>
          <a:custGeom>
            <a:avLst/>
            <a:gdLst>
              <a:gd name="connsiteX0" fmla="*/ 0 w 2768600"/>
              <a:gd name="connsiteY0" fmla="*/ 0 h 2684675"/>
              <a:gd name="connsiteX1" fmla="*/ 719836 w 2768600"/>
              <a:gd name="connsiteY1" fmla="*/ 0 h 2684675"/>
              <a:gd name="connsiteX2" fmla="*/ 1356614 w 2768600"/>
              <a:gd name="connsiteY2" fmla="*/ 0 h 2684675"/>
              <a:gd name="connsiteX3" fmla="*/ 2021078 w 2768600"/>
              <a:gd name="connsiteY3" fmla="*/ 0 h 2684675"/>
              <a:gd name="connsiteX4" fmla="*/ 2768600 w 2768600"/>
              <a:gd name="connsiteY4" fmla="*/ 0 h 2684675"/>
              <a:gd name="connsiteX5" fmla="*/ 2768600 w 2768600"/>
              <a:gd name="connsiteY5" fmla="*/ 698016 h 2684675"/>
              <a:gd name="connsiteX6" fmla="*/ 2768600 w 2768600"/>
              <a:gd name="connsiteY6" fmla="*/ 1369184 h 2684675"/>
              <a:gd name="connsiteX7" fmla="*/ 2768600 w 2768600"/>
              <a:gd name="connsiteY7" fmla="*/ 2067200 h 2684675"/>
              <a:gd name="connsiteX8" fmla="*/ 2768600 w 2768600"/>
              <a:gd name="connsiteY8" fmla="*/ 2684675 h 2684675"/>
              <a:gd name="connsiteX9" fmla="*/ 2159508 w 2768600"/>
              <a:gd name="connsiteY9" fmla="*/ 2684675 h 2684675"/>
              <a:gd name="connsiteX10" fmla="*/ 1522730 w 2768600"/>
              <a:gd name="connsiteY10" fmla="*/ 2684675 h 2684675"/>
              <a:gd name="connsiteX11" fmla="*/ 830580 w 2768600"/>
              <a:gd name="connsiteY11" fmla="*/ 2684675 h 2684675"/>
              <a:gd name="connsiteX12" fmla="*/ 0 w 2768600"/>
              <a:gd name="connsiteY12" fmla="*/ 2684675 h 2684675"/>
              <a:gd name="connsiteX13" fmla="*/ 0 w 2768600"/>
              <a:gd name="connsiteY13" fmla="*/ 1959813 h 2684675"/>
              <a:gd name="connsiteX14" fmla="*/ 0 w 2768600"/>
              <a:gd name="connsiteY14" fmla="*/ 1234951 h 2684675"/>
              <a:gd name="connsiteX15" fmla="*/ 0 w 2768600"/>
              <a:gd name="connsiteY15" fmla="*/ 644322 h 2684675"/>
              <a:gd name="connsiteX16" fmla="*/ 0 w 2768600"/>
              <a:gd name="connsiteY16" fmla="*/ 0 h 268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68600" h="2684675" fill="none" extrusionOk="0">
                <a:moveTo>
                  <a:pt x="0" y="0"/>
                </a:moveTo>
                <a:cubicBezTo>
                  <a:pt x="166212" y="18267"/>
                  <a:pt x="459827" y="14066"/>
                  <a:pt x="719836" y="0"/>
                </a:cubicBezTo>
                <a:cubicBezTo>
                  <a:pt x="979845" y="-14066"/>
                  <a:pt x="1043934" y="-9490"/>
                  <a:pt x="1356614" y="0"/>
                </a:cubicBezTo>
                <a:cubicBezTo>
                  <a:pt x="1669294" y="9490"/>
                  <a:pt x="1839367" y="4186"/>
                  <a:pt x="2021078" y="0"/>
                </a:cubicBezTo>
                <a:cubicBezTo>
                  <a:pt x="2202789" y="-4186"/>
                  <a:pt x="2617692" y="25625"/>
                  <a:pt x="2768600" y="0"/>
                </a:cubicBezTo>
                <a:cubicBezTo>
                  <a:pt x="2771358" y="198819"/>
                  <a:pt x="2754567" y="538969"/>
                  <a:pt x="2768600" y="698016"/>
                </a:cubicBezTo>
                <a:cubicBezTo>
                  <a:pt x="2782633" y="857063"/>
                  <a:pt x="2773400" y="1045438"/>
                  <a:pt x="2768600" y="1369184"/>
                </a:cubicBezTo>
                <a:cubicBezTo>
                  <a:pt x="2763800" y="1692930"/>
                  <a:pt x="2771155" y="1724272"/>
                  <a:pt x="2768600" y="2067200"/>
                </a:cubicBezTo>
                <a:cubicBezTo>
                  <a:pt x="2766045" y="2410128"/>
                  <a:pt x="2763746" y="2471916"/>
                  <a:pt x="2768600" y="2684675"/>
                </a:cubicBezTo>
                <a:cubicBezTo>
                  <a:pt x="2584564" y="2654921"/>
                  <a:pt x="2292834" y="2690972"/>
                  <a:pt x="2159508" y="2684675"/>
                </a:cubicBezTo>
                <a:cubicBezTo>
                  <a:pt x="2026182" y="2678378"/>
                  <a:pt x="1815067" y="2680634"/>
                  <a:pt x="1522730" y="2684675"/>
                </a:cubicBezTo>
                <a:cubicBezTo>
                  <a:pt x="1230393" y="2688716"/>
                  <a:pt x="1103466" y="2690264"/>
                  <a:pt x="830580" y="2684675"/>
                </a:cubicBezTo>
                <a:cubicBezTo>
                  <a:pt x="557694" y="2679087"/>
                  <a:pt x="239180" y="2660717"/>
                  <a:pt x="0" y="2684675"/>
                </a:cubicBezTo>
                <a:cubicBezTo>
                  <a:pt x="-3963" y="2506164"/>
                  <a:pt x="19282" y="2184141"/>
                  <a:pt x="0" y="1959813"/>
                </a:cubicBezTo>
                <a:cubicBezTo>
                  <a:pt x="-19282" y="1735485"/>
                  <a:pt x="21026" y="1393092"/>
                  <a:pt x="0" y="1234951"/>
                </a:cubicBezTo>
                <a:cubicBezTo>
                  <a:pt x="-21026" y="1076810"/>
                  <a:pt x="-6001" y="863913"/>
                  <a:pt x="0" y="644322"/>
                </a:cubicBezTo>
                <a:cubicBezTo>
                  <a:pt x="6001" y="424731"/>
                  <a:pt x="-11521" y="184231"/>
                  <a:pt x="0" y="0"/>
                </a:cubicBezTo>
                <a:close/>
              </a:path>
              <a:path w="2768600" h="2684675" stroke="0" extrusionOk="0">
                <a:moveTo>
                  <a:pt x="0" y="0"/>
                </a:moveTo>
                <a:cubicBezTo>
                  <a:pt x="321736" y="10807"/>
                  <a:pt x="430626" y="4409"/>
                  <a:pt x="747522" y="0"/>
                </a:cubicBezTo>
                <a:cubicBezTo>
                  <a:pt x="1064418" y="-4409"/>
                  <a:pt x="1135574" y="29250"/>
                  <a:pt x="1439672" y="0"/>
                </a:cubicBezTo>
                <a:cubicBezTo>
                  <a:pt x="1743770" y="-29250"/>
                  <a:pt x="1863319" y="-21749"/>
                  <a:pt x="2076450" y="0"/>
                </a:cubicBezTo>
                <a:cubicBezTo>
                  <a:pt x="2289581" y="21749"/>
                  <a:pt x="2465064" y="19336"/>
                  <a:pt x="2768600" y="0"/>
                </a:cubicBezTo>
                <a:cubicBezTo>
                  <a:pt x="2782242" y="151264"/>
                  <a:pt x="2767671" y="439158"/>
                  <a:pt x="2768600" y="724862"/>
                </a:cubicBezTo>
                <a:cubicBezTo>
                  <a:pt x="2769529" y="1010566"/>
                  <a:pt x="2742050" y="1062230"/>
                  <a:pt x="2768600" y="1396031"/>
                </a:cubicBezTo>
                <a:cubicBezTo>
                  <a:pt x="2795150" y="1729832"/>
                  <a:pt x="2783050" y="1693969"/>
                  <a:pt x="2768600" y="1986660"/>
                </a:cubicBezTo>
                <a:cubicBezTo>
                  <a:pt x="2754150" y="2279351"/>
                  <a:pt x="2799105" y="2395763"/>
                  <a:pt x="2768600" y="2684675"/>
                </a:cubicBezTo>
                <a:cubicBezTo>
                  <a:pt x="2459374" y="2689825"/>
                  <a:pt x="2411884" y="2682265"/>
                  <a:pt x="2104136" y="2684675"/>
                </a:cubicBezTo>
                <a:cubicBezTo>
                  <a:pt x="1796388" y="2687085"/>
                  <a:pt x="1743872" y="2717338"/>
                  <a:pt x="1439672" y="2684675"/>
                </a:cubicBezTo>
                <a:cubicBezTo>
                  <a:pt x="1135472" y="2652012"/>
                  <a:pt x="1059806" y="2712111"/>
                  <a:pt x="775208" y="2684675"/>
                </a:cubicBezTo>
                <a:cubicBezTo>
                  <a:pt x="490610" y="2657239"/>
                  <a:pt x="190289" y="2705692"/>
                  <a:pt x="0" y="2684675"/>
                </a:cubicBezTo>
                <a:cubicBezTo>
                  <a:pt x="18761" y="2537006"/>
                  <a:pt x="1511" y="2236056"/>
                  <a:pt x="0" y="2067200"/>
                </a:cubicBezTo>
                <a:cubicBezTo>
                  <a:pt x="-1511" y="1898345"/>
                  <a:pt x="-20918" y="1678657"/>
                  <a:pt x="0" y="1449725"/>
                </a:cubicBezTo>
                <a:cubicBezTo>
                  <a:pt x="20918" y="1220793"/>
                  <a:pt x="939" y="1063719"/>
                  <a:pt x="0" y="832249"/>
                </a:cubicBezTo>
                <a:cubicBezTo>
                  <a:pt x="-939" y="600779"/>
                  <a:pt x="15553" y="299960"/>
                  <a:pt x="0" y="0"/>
                </a:cubicBezTo>
                <a:close/>
              </a:path>
            </a:pathLst>
          </a:custGeom>
          <a:ln w="76200">
            <a:noFill/>
            <a:prstDash val="solid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C470D9-22EC-C9D7-3687-194AC5C78E78}"/>
              </a:ext>
            </a:extLst>
          </p:cNvPr>
          <p:cNvSpPr txBox="1"/>
          <p:nvPr/>
        </p:nvSpPr>
        <p:spPr>
          <a:xfrm>
            <a:off x="8908064" y="291953"/>
            <a:ext cx="4025900" cy="2355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0" i="0" dirty="0" err="1">
                <a:solidFill>
                  <a:srgbClr val="2F3747"/>
                </a:solidFill>
                <a:effectLst/>
                <a:latin typeface="YS Text"/>
              </a:rPr>
              <a:t>tasks_screen_open</a:t>
            </a:r>
            <a:endParaRPr lang="ru-RU" sz="2000" b="0" i="0" dirty="0">
              <a:solidFill>
                <a:srgbClr val="2F3747"/>
              </a:solidFill>
              <a:effectLst/>
              <a:latin typeface="YS Text"/>
            </a:endParaRPr>
          </a:p>
          <a:p>
            <a:pPr>
              <a:lnSpc>
                <a:spcPct val="150000"/>
              </a:lnSpc>
            </a:pPr>
            <a:r>
              <a:rPr lang="en-US" sz="2000" b="0" i="0" dirty="0" err="1">
                <a:solidFill>
                  <a:srgbClr val="2F3747"/>
                </a:solidFill>
                <a:effectLst/>
                <a:latin typeface="YS Text"/>
              </a:rPr>
              <a:t>calendar_no_tasks_for_date</a:t>
            </a:r>
            <a:endParaRPr lang="ru-RU" sz="2000" dirty="0">
              <a:solidFill>
                <a:srgbClr val="2F3747"/>
              </a:solidFill>
              <a:latin typeface="YS Text"/>
            </a:endParaRPr>
          </a:p>
          <a:p>
            <a:pPr>
              <a:lnSpc>
                <a:spcPct val="150000"/>
              </a:lnSpc>
            </a:pPr>
            <a:r>
              <a:rPr lang="en-US" sz="2000" b="0" i="0" dirty="0" err="1">
                <a:solidFill>
                  <a:srgbClr val="2F3747"/>
                </a:solidFill>
                <a:effectLst/>
                <a:latin typeface="YS Text"/>
              </a:rPr>
              <a:t>shop_product_details</a:t>
            </a:r>
            <a:endParaRPr lang="ru-RU" sz="2000" b="0" i="0" dirty="0">
              <a:solidFill>
                <a:srgbClr val="2F3747"/>
              </a:solidFill>
              <a:effectLst/>
              <a:latin typeface="YS Text"/>
            </a:endParaRPr>
          </a:p>
          <a:p>
            <a:pPr>
              <a:lnSpc>
                <a:spcPct val="150000"/>
              </a:lnSpc>
            </a:pPr>
            <a:r>
              <a:rPr lang="en-US" sz="2000" b="0" i="0" dirty="0" err="1">
                <a:solidFill>
                  <a:srgbClr val="2F3747"/>
                </a:solidFill>
                <a:effectLst/>
                <a:latin typeface="YS Text"/>
              </a:rPr>
              <a:t>shop_product_card_tap</a:t>
            </a:r>
            <a:endParaRPr lang="ru-RU" sz="2000" dirty="0">
              <a:solidFill>
                <a:srgbClr val="2F3747"/>
              </a:solidFill>
              <a:latin typeface="YS Text"/>
            </a:endParaRPr>
          </a:p>
          <a:p>
            <a:pPr>
              <a:lnSpc>
                <a:spcPct val="150000"/>
              </a:lnSpc>
            </a:pPr>
            <a:r>
              <a:rPr lang="en-US" sz="2000" b="0" i="0" dirty="0" err="1">
                <a:solidFill>
                  <a:srgbClr val="2F3747"/>
                </a:solidFill>
                <a:effectLst/>
                <a:latin typeface="YS Text"/>
              </a:rPr>
              <a:t>calendar_day_selected</a:t>
            </a:r>
            <a:endParaRPr lang="ru-RU" sz="2000" dirty="0"/>
          </a:p>
        </p:txBody>
      </p:sp>
      <p:sp>
        <p:nvSpPr>
          <p:cNvPr id="16" name="Блок-схема: узел 15">
            <a:extLst>
              <a:ext uri="{FF2B5EF4-FFF2-40B4-BE49-F238E27FC236}">
                <a16:creationId xmlns:a16="http://schemas.microsoft.com/office/drawing/2014/main" id="{653EB84B-4912-9CAE-209B-E87EA309D5BA}"/>
              </a:ext>
            </a:extLst>
          </p:cNvPr>
          <p:cNvSpPr/>
          <p:nvPr/>
        </p:nvSpPr>
        <p:spPr>
          <a:xfrm>
            <a:off x="8728064" y="523240"/>
            <a:ext cx="180000" cy="180000"/>
          </a:xfrm>
          <a:prstGeom prst="flowChartConnector">
            <a:avLst/>
          </a:prstGeom>
          <a:solidFill>
            <a:srgbClr val="7A45E6"/>
          </a:solidFill>
          <a:ln>
            <a:solidFill>
              <a:srgbClr val="7A45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Блок-схема: узел 16">
            <a:extLst>
              <a:ext uri="{FF2B5EF4-FFF2-40B4-BE49-F238E27FC236}">
                <a16:creationId xmlns:a16="http://schemas.microsoft.com/office/drawing/2014/main" id="{6ABD3F39-121E-A57F-00B6-C167C70FAF8E}"/>
              </a:ext>
            </a:extLst>
          </p:cNvPr>
          <p:cNvSpPr/>
          <p:nvPr/>
        </p:nvSpPr>
        <p:spPr>
          <a:xfrm>
            <a:off x="8728064" y="981097"/>
            <a:ext cx="180000" cy="180000"/>
          </a:xfrm>
          <a:prstGeom prst="flowChartConnector">
            <a:avLst/>
          </a:prstGeom>
          <a:solidFill>
            <a:srgbClr val="FF3399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Блок-схема: узел 18">
            <a:extLst>
              <a:ext uri="{FF2B5EF4-FFF2-40B4-BE49-F238E27FC236}">
                <a16:creationId xmlns:a16="http://schemas.microsoft.com/office/drawing/2014/main" id="{E5D1071B-CF6A-939D-7AE9-25841CB221C8}"/>
              </a:ext>
            </a:extLst>
          </p:cNvPr>
          <p:cNvSpPr/>
          <p:nvPr/>
        </p:nvSpPr>
        <p:spPr>
          <a:xfrm>
            <a:off x="8728064" y="1438954"/>
            <a:ext cx="180000" cy="180000"/>
          </a:xfrm>
          <a:prstGeom prst="flowChartConnector">
            <a:avLst/>
          </a:prstGeom>
          <a:solidFill>
            <a:srgbClr val="0FBDA0"/>
          </a:solidFill>
          <a:ln>
            <a:solidFill>
              <a:srgbClr val="0FBD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Блок-схема: узел 19">
            <a:extLst>
              <a:ext uri="{FF2B5EF4-FFF2-40B4-BE49-F238E27FC236}">
                <a16:creationId xmlns:a16="http://schemas.microsoft.com/office/drawing/2014/main" id="{6F342B5D-94A4-420B-3052-5234D5B55429}"/>
              </a:ext>
            </a:extLst>
          </p:cNvPr>
          <p:cNvSpPr/>
          <p:nvPr/>
        </p:nvSpPr>
        <p:spPr>
          <a:xfrm>
            <a:off x="8728064" y="1896811"/>
            <a:ext cx="180000" cy="180000"/>
          </a:xfrm>
          <a:prstGeom prst="flowChartConnector">
            <a:avLst/>
          </a:prstGeom>
          <a:solidFill>
            <a:srgbClr val="3388FF"/>
          </a:solidFill>
          <a:ln>
            <a:solidFill>
              <a:srgbClr val="338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Блок-схема: узел 20">
            <a:extLst>
              <a:ext uri="{FF2B5EF4-FFF2-40B4-BE49-F238E27FC236}">
                <a16:creationId xmlns:a16="http://schemas.microsoft.com/office/drawing/2014/main" id="{9D1DEAD9-BDD5-1860-2FC1-96791D1B4F75}"/>
              </a:ext>
            </a:extLst>
          </p:cNvPr>
          <p:cNvSpPr/>
          <p:nvPr/>
        </p:nvSpPr>
        <p:spPr>
          <a:xfrm>
            <a:off x="8728064" y="2354668"/>
            <a:ext cx="180000" cy="180000"/>
          </a:xfrm>
          <a:prstGeom prst="flowChartConnector">
            <a:avLst/>
          </a:prstGeom>
          <a:solidFill>
            <a:srgbClr val="FFB851"/>
          </a:solidFill>
          <a:ln>
            <a:solidFill>
              <a:srgbClr val="FFB8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76C9865F-6060-BA9D-3C67-690893C32618}"/>
              </a:ext>
            </a:extLst>
          </p:cNvPr>
          <p:cNvSpPr/>
          <p:nvPr/>
        </p:nvSpPr>
        <p:spPr>
          <a:xfrm>
            <a:off x="412592" y="-569857"/>
            <a:ext cx="4776362" cy="1662064"/>
          </a:xfrm>
          <a:custGeom>
            <a:avLst/>
            <a:gdLst>
              <a:gd name="connsiteX0" fmla="*/ 129275 w 4776362"/>
              <a:gd name="connsiteY0" fmla="*/ 222724 h 1662064"/>
              <a:gd name="connsiteX1" fmla="*/ 197008 w 4776362"/>
              <a:gd name="connsiteY1" fmla="*/ 256590 h 1662064"/>
              <a:gd name="connsiteX2" fmla="*/ 772741 w 4776362"/>
              <a:gd name="connsiteY2" fmla="*/ 315857 h 1662064"/>
              <a:gd name="connsiteX3" fmla="*/ 950541 w 4776362"/>
              <a:gd name="connsiteY3" fmla="*/ 696857 h 1662064"/>
              <a:gd name="connsiteX4" fmla="*/ 1458541 w 4776362"/>
              <a:gd name="connsiteY4" fmla="*/ 900057 h 1662064"/>
              <a:gd name="connsiteX5" fmla="*/ 1763341 w 4776362"/>
              <a:gd name="connsiteY5" fmla="*/ 1492724 h 1662064"/>
              <a:gd name="connsiteX6" fmla="*/ 2499941 w 4776362"/>
              <a:gd name="connsiteY6" fmla="*/ 1441924 h 1662064"/>
              <a:gd name="connsiteX7" fmla="*/ 3287341 w 4776362"/>
              <a:gd name="connsiteY7" fmla="*/ 1662057 h 1662064"/>
              <a:gd name="connsiteX8" fmla="*/ 3930808 w 4776362"/>
              <a:gd name="connsiteY8" fmla="*/ 1433457 h 1662064"/>
              <a:gd name="connsiteX9" fmla="*/ 4218675 w 4776362"/>
              <a:gd name="connsiteY9" fmla="*/ 1120190 h 1662064"/>
              <a:gd name="connsiteX10" fmla="*/ 4760541 w 4776362"/>
              <a:gd name="connsiteY10" fmla="*/ 578324 h 1662064"/>
              <a:gd name="connsiteX11" fmla="*/ 4582741 w 4776362"/>
              <a:gd name="connsiteY11" fmla="*/ 2590 h 1662064"/>
              <a:gd name="connsiteX12" fmla="*/ 4083208 w 4776362"/>
              <a:gd name="connsiteY12" fmla="*/ 383590 h 1662064"/>
              <a:gd name="connsiteX13" fmla="*/ 4032408 w 4776362"/>
              <a:gd name="connsiteY13" fmla="*/ 798457 h 1662064"/>
              <a:gd name="connsiteX14" fmla="*/ 3499008 w 4776362"/>
              <a:gd name="connsiteY14" fmla="*/ 984724 h 1662064"/>
              <a:gd name="connsiteX15" fmla="*/ 2965608 w 4776362"/>
              <a:gd name="connsiteY15" fmla="*/ 713790 h 1662064"/>
              <a:gd name="connsiteX16" fmla="*/ 2398341 w 4776362"/>
              <a:gd name="connsiteY16" fmla="*/ 933924 h 1662064"/>
              <a:gd name="connsiteX17" fmla="*/ 1856475 w 4776362"/>
              <a:gd name="connsiteY17" fmla="*/ 171924 h 1662064"/>
              <a:gd name="connsiteX18" fmla="*/ 129275 w 4776362"/>
              <a:gd name="connsiteY18" fmla="*/ 222724 h 166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776362" h="1662064">
                <a:moveTo>
                  <a:pt x="129275" y="222724"/>
                </a:moveTo>
                <a:cubicBezTo>
                  <a:pt x="-147303" y="236835"/>
                  <a:pt x="89764" y="241068"/>
                  <a:pt x="197008" y="256590"/>
                </a:cubicBezTo>
                <a:cubicBezTo>
                  <a:pt x="304252" y="272112"/>
                  <a:pt x="647152" y="242479"/>
                  <a:pt x="772741" y="315857"/>
                </a:cubicBezTo>
                <a:cubicBezTo>
                  <a:pt x="898330" y="389235"/>
                  <a:pt x="836241" y="599490"/>
                  <a:pt x="950541" y="696857"/>
                </a:cubicBezTo>
                <a:cubicBezTo>
                  <a:pt x="1064841" y="794224"/>
                  <a:pt x="1323074" y="767413"/>
                  <a:pt x="1458541" y="900057"/>
                </a:cubicBezTo>
                <a:cubicBezTo>
                  <a:pt x="1594008" y="1032701"/>
                  <a:pt x="1589774" y="1402413"/>
                  <a:pt x="1763341" y="1492724"/>
                </a:cubicBezTo>
                <a:cubicBezTo>
                  <a:pt x="1936908" y="1583035"/>
                  <a:pt x="2245941" y="1413702"/>
                  <a:pt x="2499941" y="1441924"/>
                </a:cubicBezTo>
                <a:cubicBezTo>
                  <a:pt x="2753941" y="1470146"/>
                  <a:pt x="3048863" y="1663468"/>
                  <a:pt x="3287341" y="1662057"/>
                </a:cubicBezTo>
                <a:cubicBezTo>
                  <a:pt x="3525819" y="1660646"/>
                  <a:pt x="3775586" y="1523768"/>
                  <a:pt x="3930808" y="1433457"/>
                </a:cubicBezTo>
                <a:cubicBezTo>
                  <a:pt x="4086030" y="1343146"/>
                  <a:pt x="4080386" y="1262712"/>
                  <a:pt x="4218675" y="1120190"/>
                </a:cubicBezTo>
                <a:cubicBezTo>
                  <a:pt x="4356964" y="977668"/>
                  <a:pt x="4699863" y="764591"/>
                  <a:pt x="4760541" y="578324"/>
                </a:cubicBezTo>
                <a:cubicBezTo>
                  <a:pt x="4821219" y="392057"/>
                  <a:pt x="4695630" y="35046"/>
                  <a:pt x="4582741" y="2590"/>
                </a:cubicBezTo>
                <a:cubicBezTo>
                  <a:pt x="4469852" y="-29866"/>
                  <a:pt x="4174930" y="250946"/>
                  <a:pt x="4083208" y="383590"/>
                </a:cubicBezTo>
                <a:cubicBezTo>
                  <a:pt x="3991486" y="516235"/>
                  <a:pt x="4129775" y="698268"/>
                  <a:pt x="4032408" y="798457"/>
                </a:cubicBezTo>
                <a:cubicBezTo>
                  <a:pt x="3935041" y="898646"/>
                  <a:pt x="3676808" y="998835"/>
                  <a:pt x="3499008" y="984724"/>
                </a:cubicBezTo>
                <a:cubicBezTo>
                  <a:pt x="3321208" y="970613"/>
                  <a:pt x="3149052" y="722257"/>
                  <a:pt x="2965608" y="713790"/>
                </a:cubicBezTo>
                <a:cubicBezTo>
                  <a:pt x="2782164" y="705323"/>
                  <a:pt x="2583197" y="1024235"/>
                  <a:pt x="2398341" y="933924"/>
                </a:cubicBezTo>
                <a:cubicBezTo>
                  <a:pt x="2213486" y="843613"/>
                  <a:pt x="2231830" y="297513"/>
                  <a:pt x="1856475" y="171924"/>
                </a:cubicBezTo>
                <a:cubicBezTo>
                  <a:pt x="1481120" y="46335"/>
                  <a:pt x="405853" y="208613"/>
                  <a:pt x="129275" y="222724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олилиния: фигура 25">
            <a:extLst>
              <a:ext uri="{FF2B5EF4-FFF2-40B4-BE49-F238E27FC236}">
                <a16:creationId xmlns:a16="http://schemas.microsoft.com/office/drawing/2014/main" id="{FDB3CC54-8048-B76A-FBA7-00AB7BE74B1D}"/>
              </a:ext>
            </a:extLst>
          </p:cNvPr>
          <p:cNvSpPr/>
          <p:nvPr/>
        </p:nvSpPr>
        <p:spPr>
          <a:xfrm rot="1890140">
            <a:off x="-1315783" y="5761600"/>
            <a:ext cx="3739876" cy="1292967"/>
          </a:xfrm>
          <a:custGeom>
            <a:avLst/>
            <a:gdLst>
              <a:gd name="connsiteX0" fmla="*/ 2577318 w 3739876"/>
              <a:gd name="connsiteY0" fmla="*/ 1253590 h 1292967"/>
              <a:gd name="connsiteX1" fmla="*/ 3677984 w 3739876"/>
              <a:gd name="connsiteY1" fmla="*/ 1126590 h 1292967"/>
              <a:gd name="connsiteX2" fmla="*/ 3525584 w 3739876"/>
              <a:gd name="connsiteY2" fmla="*/ 457724 h 1292967"/>
              <a:gd name="connsiteX3" fmla="*/ 2890584 w 3739876"/>
              <a:gd name="connsiteY3" fmla="*/ 457724 h 1292967"/>
              <a:gd name="connsiteX4" fmla="*/ 2543451 w 3739876"/>
              <a:gd name="connsiteY4" fmla="*/ 524 h 1292967"/>
              <a:gd name="connsiteX5" fmla="*/ 1899984 w 3739876"/>
              <a:gd name="connsiteY5" fmla="*/ 559324 h 1292967"/>
              <a:gd name="connsiteX6" fmla="*/ 994051 w 3739876"/>
              <a:gd name="connsiteY6" fmla="*/ 203724 h 1292967"/>
              <a:gd name="connsiteX7" fmla="*/ 28851 w 3739876"/>
              <a:gd name="connsiteY7" fmla="*/ 643990 h 1292967"/>
              <a:gd name="connsiteX8" fmla="*/ 325184 w 3739876"/>
              <a:gd name="connsiteY8" fmla="*/ 1185857 h 1292967"/>
              <a:gd name="connsiteX9" fmla="*/ 1061784 w 3739876"/>
              <a:gd name="connsiteY9" fmla="*/ 1050390 h 1292967"/>
              <a:gd name="connsiteX10" fmla="*/ 1281918 w 3739876"/>
              <a:gd name="connsiteY10" fmla="*/ 779457 h 1292967"/>
              <a:gd name="connsiteX11" fmla="*/ 1899984 w 3739876"/>
              <a:gd name="connsiteY11" fmla="*/ 931857 h 1292967"/>
              <a:gd name="connsiteX12" fmla="*/ 2467251 w 3739876"/>
              <a:gd name="connsiteY12" fmla="*/ 559324 h 1292967"/>
              <a:gd name="connsiteX13" fmla="*/ 2577318 w 3739876"/>
              <a:gd name="connsiteY13" fmla="*/ 1253590 h 1292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39876" h="1292967">
                <a:moveTo>
                  <a:pt x="2577318" y="1253590"/>
                </a:moveTo>
                <a:cubicBezTo>
                  <a:pt x="2779107" y="1348134"/>
                  <a:pt x="3519940" y="1259234"/>
                  <a:pt x="3677984" y="1126590"/>
                </a:cubicBezTo>
                <a:cubicBezTo>
                  <a:pt x="3836028" y="993946"/>
                  <a:pt x="3656817" y="569202"/>
                  <a:pt x="3525584" y="457724"/>
                </a:cubicBezTo>
                <a:cubicBezTo>
                  <a:pt x="3394351" y="346246"/>
                  <a:pt x="3054273" y="533924"/>
                  <a:pt x="2890584" y="457724"/>
                </a:cubicBezTo>
                <a:cubicBezTo>
                  <a:pt x="2726895" y="381524"/>
                  <a:pt x="2708551" y="-16409"/>
                  <a:pt x="2543451" y="524"/>
                </a:cubicBezTo>
                <a:cubicBezTo>
                  <a:pt x="2378351" y="17457"/>
                  <a:pt x="2158217" y="525457"/>
                  <a:pt x="1899984" y="559324"/>
                </a:cubicBezTo>
                <a:cubicBezTo>
                  <a:pt x="1641751" y="593191"/>
                  <a:pt x="1305906" y="189613"/>
                  <a:pt x="994051" y="203724"/>
                </a:cubicBezTo>
                <a:cubicBezTo>
                  <a:pt x="682196" y="217835"/>
                  <a:pt x="140329" y="480301"/>
                  <a:pt x="28851" y="643990"/>
                </a:cubicBezTo>
                <a:cubicBezTo>
                  <a:pt x="-82627" y="807679"/>
                  <a:pt x="153029" y="1118124"/>
                  <a:pt x="325184" y="1185857"/>
                </a:cubicBezTo>
                <a:cubicBezTo>
                  <a:pt x="497339" y="1253590"/>
                  <a:pt x="902328" y="1118123"/>
                  <a:pt x="1061784" y="1050390"/>
                </a:cubicBezTo>
                <a:cubicBezTo>
                  <a:pt x="1221240" y="982657"/>
                  <a:pt x="1142218" y="799212"/>
                  <a:pt x="1281918" y="779457"/>
                </a:cubicBezTo>
                <a:cubicBezTo>
                  <a:pt x="1421618" y="759702"/>
                  <a:pt x="1702429" y="968546"/>
                  <a:pt x="1899984" y="931857"/>
                </a:cubicBezTo>
                <a:cubicBezTo>
                  <a:pt x="2097539" y="895168"/>
                  <a:pt x="2354362" y="509935"/>
                  <a:pt x="2467251" y="559324"/>
                </a:cubicBezTo>
                <a:cubicBezTo>
                  <a:pt x="2580140" y="608713"/>
                  <a:pt x="2375529" y="1159046"/>
                  <a:pt x="2577318" y="1253590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18876AD1-62A7-3772-D5F1-328E409E0556}"/>
              </a:ext>
            </a:extLst>
          </p:cNvPr>
          <p:cNvSpPr/>
          <p:nvPr/>
        </p:nvSpPr>
        <p:spPr>
          <a:xfrm>
            <a:off x="5593577" y="4052566"/>
            <a:ext cx="5191148" cy="2355517"/>
          </a:xfrm>
          <a:prstGeom prst="roundRect">
            <a:avLst/>
          </a:pr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Количество скачиваний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Востребованность  различных функций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Критические ошибки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606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7ACD9-F24A-3E2A-2599-E366787A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DDDA15F-DEB5-9997-AD9D-F7C02D4DB243}"/>
              </a:ext>
            </a:extLst>
          </p:cNvPr>
          <p:cNvSpPr/>
          <p:nvPr/>
        </p:nvSpPr>
        <p:spPr>
          <a:xfrm>
            <a:off x="0" y="-4490"/>
            <a:ext cx="12192000" cy="6862490"/>
          </a:xfrm>
          <a:prstGeom prst="rect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15000"/>
              </a:lnSpc>
              <a:spcAft>
                <a:spcPts val="800"/>
              </a:spcAft>
            </a:pP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2B63EDD-C99D-AD64-4EEB-0B442371DB1B}"/>
              </a:ext>
            </a:extLst>
          </p:cNvPr>
          <p:cNvSpPr/>
          <p:nvPr/>
        </p:nvSpPr>
        <p:spPr>
          <a:xfrm>
            <a:off x="11059427" y="5842534"/>
            <a:ext cx="1132573" cy="1015465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12836073-C70E-0DF5-3602-D1BF4A807003}"/>
              </a:ext>
            </a:extLst>
          </p:cNvPr>
          <p:cNvSpPr/>
          <p:nvPr/>
        </p:nvSpPr>
        <p:spPr>
          <a:xfrm>
            <a:off x="316898" y="66237"/>
            <a:ext cx="4737100" cy="812779"/>
          </a:xfrm>
          <a:prstGeom prst="roundRect">
            <a:avLst/>
          </a:pr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09A487-B02D-500A-DC1D-1ACA9DCA05D4}"/>
              </a:ext>
            </a:extLst>
          </p:cNvPr>
          <p:cNvSpPr txBox="1"/>
          <p:nvPr/>
        </p:nvSpPr>
        <p:spPr>
          <a:xfrm>
            <a:off x="653883" y="114961"/>
            <a:ext cx="4737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План развития </a:t>
            </a: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5CFF2B49-604E-3FCF-6A96-E79DEFA34CF3}"/>
              </a:ext>
            </a:extLst>
          </p:cNvPr>
          <p:cNvSpPr/>
          <p:nvPr/>
        </p:nvSpPr>
        <p:spPr>
          <a:xfrm>
            <a:off x="4023773" y="1312305"/>
            <a:ext cx="2556109" cy="1103208"/>
          </a:xfrm>
          <a:prstGeom prst="roundRect">
            <a:avLst/>
          </a:pr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Интеграция с календарями</a:t>
            </a:r>
          </a:p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DA1A603D-6CB5-2FDC-C76F-F7A70FF09622}"/>
              </a:ext>
            </a:extLst>
          </p:cNvPr>
          <p:cNvSpPr/>
          <p:nvPr/>
        </p:nvSpPr>
        <p:spPr>
          <a:xfrm>
            <a:off x="7514167" y="585563"/>
            <a:ext cx="3064846" cy="1316944"/>
          </a:xfrm>
          <a:prstGeom prst="roundRect">
            <a:avLst/>
          </a:pr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15000"/>
              </a:lnSpc>
              <a:spcAft>
                <a:spcPts val="800"/>
              </a:spcAft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Общая стена с заметками для всех участников лобби</a:t>
            </a:r>
          </a:p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6A19BF18-D25A-7D66-98CC-6F4069C8B3B6}"/>
              </a:ext>
            </a:extLst>
          </p:cNvPr>
          <p:cNvSpPr/>
          <p:nvPr/>
        </p:nvSpPr>
        <p:spPr>
          <a:xfrm>
            <a:off x="8350717" y="3273503"/>
            <a:ext cx="3305476" cy="1316944"/>
          </a:xfrm>
          <a:prstGeom prst="roundRect">
            <a:avLst/>
          </a:pr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15000"/>
              </a:lnSpc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15000"/>
              </a:lnSpc>
              <a:spcAft>
                <a:spcPts val="800"/>
              </a:spcAft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Предложить администратору товар</a:t>
            </a:r>
          </a:p>
          <a:p>
            <a:pPr algn="ctr"/>
            <a:endParaRPr lang="ru-RU" dirty="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E761C36B-6258-B333-103A-8D6AC0ACC245}"/>
              </a:ext>
            </a:extLst>
          </p:cNvPr>
          <p:cNvSpPr/>
          <p:nvPr/>
        </p:nvSpPr>
        <p:spPr>
          <a:xfrm>
            <a:off x="4533245" y="5447431"/>
            <a:ext cx="2980922" cy="1059716"/>
          </a:xfrm>
          <a:prstGeom prst="roundRect">
            <a:avLst/>
          </a:pr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Виджеты активных заданий</a:t>
            </a:r>
            <a:endParaRPr lang="ru-RU" dirty="0"/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D4EF0FA1-BE9F-77F0-3DBD-6426D7BCB970}"/>
              </a:ext>
            </a:extLst>
          </p:cNvPr>
          <p:cNvSpPr/>
          <p:nvPr/>
        </p:nvSpPr>
        <p:spPr>
          <a:xfrm>
            <a:off x="316337" y="4517257"/>
            <a:ext cx="3426095" cy="1145720"/>
          </a:xfrm>
          <a:prstGeom prst="roundRect">
            <a:avLst/>
          </a:pr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Интеграция с реальными магазинами</a:t>
            </a:r>
            <a:endParaRPr lang="ru-RU" dirty="0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1D99872D-D78E-EF55-3539-78A10781C910}"/>
              </a:ext>
            </a:extLst>
          </p:cNvPr>
          <p:cNvSpPr/>
          <p:nvPr/>
        </p:nvSpPr>
        <p:spPr>
          <a:xfrm>
            <a:off x="533379" y="2170295"/>
            <a:ext cx="2556109" cy="1103208"/>
          </a:xfrm>
          <a:prstGeom prst="roundRect">
            <a:avLst/>
          </a:pr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Отладка умных уведомлений</a:t>
            </a:r>
          </a:p>
          <a:p>
            <a:pPr algn="ctr"/>
            <a:endParaRPr lang="ru-RU" dirty="0"/>
          </a:p>
        </p:txBody>
      </p:sp>
      <p:cxnSp>
        <p:nvCxnSpPr>
          <p:cNvPr id="43" name="Соединитель: изогнутый 42">
            <a:extLst>
              <a:ext uri="{FF2B5EF4-FFF2-40B4-BE49-F238E27FC236}">
                <a16:creationId xmlns:a16="http://schemas.microsoft.com/office/drawing/2014/main" id="{6C171BE4-3887-CE76-F157-455CB29CF7E2}"/>
              </a:ext>
            </a:extLst>
          </p:cNvPr>
          <p:cNvCxnSpPr>
            <a:cxnSpLocks/>
            <a:stCxn id="41" idx="3"/>
            <a:endCxn id="35" idx="1"/>
          </p:cNvCxnSpPr>
          <p:nvPr/>
        </p:nvCxnSpPr>
        <p:spPr>
          <a:xfrm flipV="1">
            <a:off x="3089488" y="1863909"/>
            <a:ext cx="934285" cy="857990"/>
          </a:xfrm>
          <a:prstGeom prst="curvedConnector3">
            <a:avLst>
              <a:gd name="adj1" fmla="val 50000"/>
            </a:avLst>
          </a:prstGeom>
          <a:ln w="76200">
            <a:solidFill>
              <a:srgbClr val="9C89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Соединитель: изогнутый 45">
            <a:extLst>
              <a:ext uri="{FF2B5EF4-FFF2-40B4-BE49-F238E27FC236}">
                <a16:creationId xmlns:a16="http://schemas.microsoft.com/office/drawing/2014/main" id="{10BB3B3D-2729-3F03-8DB8-44FEF2A7E083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6579882" y="1244035"/>
            <a:ext cx="934285" cy="619874"/>
          </a:xfrm>
          <a:prstGeom prst="curvedConnector3">
            <a:avLst>
              <a:gd name="adj1" fmla="val 46375"/>
            </a:avLst>
          </a:prstGeom>
          <a:ln w="76200">
            <a:solidFill>
              <a:srgbClr val="9C89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: изогнутый 49">
            <a:extLst>
              <a:ext uri="{FF2B5EF4-FFF2-40B4-BE49-F238E27FC236}">
                <a16:creationId xmlns:a16="http://schemas.microsoft.com/office/drawing/2014/main" id="{CB9A115C-E276-AF5F-A18B-B6712618014F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 rot="16200000" flipH="1">
            <a:off x="8839524" y="2109572"/>
            <a:ext cx="1370996" cy="956865"/>
          </a:xfrm>
          <a:prstGeom prst="curvedConnector3">
            <a:avLst/>
          </a:prstGeom>
          <a:ln w="76200">
            <a:solidFill>
              <a:srgbClr val="9C89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Соединитель: изогнутый 55">
            <a:extLst>
              <a:ext uri="{FF2B5EF4-FFF2-40B4-BE49-F238E27FC236}">
                <a16:creationId xmlns:a16="http://schemas.microsoft.com/office/drawing/2014/main" id="{D3667F94-6816-1BA5-6BF6-94AA00F1384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rot="10800000">
            <a:off x="3742433" y="5090117"/>
            <a:ext cx="790813" cy="887172"/>
          </a:xfrm>
          <a:prstGeom prst="curvedConnector3">
            <a:avLst/>
          </a:prstGeom>
          <a:ln w="76200">
            <a:solidFill>
              <a:srgbClr val="9C89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Соединитель: изогнутый 58">
            <a:extLst>
              <a:ext uri="{FF2B5EF4-FFF2-40B4-BE49-F238E27FC236}">
                <a16:creationId xmlns:a16="http://schemas.microsoft.com/office/drawing/2014/main" id="{36BB7E2F-771E-9BB5-76BE-BF3A11D800BE}"/>
              </a:ext>
            </a:extLst>
          </p:cNvPr>
          <p:cNvCxnSpPr>
            <a:cxnSpLocks/>
            <a:stCxn id="37" idx="1"/>
            <a:endCxn id="39" idx="3"/>
          </p:cNvCxnSpPr>
          <p:nvPr/>
        </p:nvCxnSpPr>
        <p:spPr>
          <a:xfrm rot="10800000" flipV="1">
            <a:off x="7514167" y="3931975"/>
            <a:ext cx="836550" cy="2045314"/>
          </a:xfrm>
          <a:prstGeom prst="curvedConnector3">
            <a:avLst/>
          </a:prstGeom>
          <a:ln w="76200">
            <a:solidFill>
              <a:srgbClr val="9C89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632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2682D-E125-A6DF-B2AA-2105B932E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C6B478-156C-89FA-1B54-09FC547C3EE9}"/>
              </a:ext>
            </a:extLst>
          </p:cNvPr>
          <p:cNvSpPr/>
          <p:nvPr/>
        </p:nvSpPr>
        <p:spPr>
          <a:xfrm>
            <a:off x="-17822" y="-158303"/>
            <a:ext cx="5318876" cy="7070895"/>
          </a:xfrm>
          <a:prstGeom prst="rect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BF8A6-3516-22AF-BC23-10E5F72B2762}"/>
              </a:ext>
            </a:extLst>
          </p:cNvPr>
          <p:cNvSpPr txBox="1"/>
          <p:nvPr/>
        </p:nvSpPr>
        <p:spPr>
          <a:xfrm>
            <a:off x="116198" y="2659559"/>
            <a:ext cx="52551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Inter" panose="02000503000000020004" pitchFamily="2" charset="0"/>
                <a:ea typeface="Inter" panose="02000503000000020004" pitchFamily="2" charset="0"/>
              </a:rPr>
              <a:t>Наши технологии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F07B825-2AB8-0491-4BF6-DEB85CF5107C}"/>
              </a:ext>
            </a:extLst>
          </p:cNvPr>
          <p:cNvSpPr/>
          <p:nvPr/>
        </p:nvSpPr>
        <p:spPr>
          <a:xfrm>
            <a:off x="11059427" y="5842534"/>
            <a:ext cx="1132573" cy="1015465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3A72599A-4566-8F09-3029-AA35E28DD4A4}"/>
              </a:ext>
            </a:extLst>
          </p:cNvPr>
          <p:cNvSpPr/>
          <p:nvPr/>
        </p:nvSpPr>
        <p:spPr>
          <a:xfrm>
            <a:off x="-661265" y="-1066980"/>
            <a:ext cx="2532171" cy="2312506"/>
          </a:xfrm>
          <a:custGeom>
            <a:avLst/>
            <a:gdLst>
              <a:gd name="connsiteX0" fmla="*/ 1893165 w 2532171"/>
              <a:gd name="connsiteY0" fmla="*/ 279580 h 2312506"/>
              <a:gd name="connsiteX1" fmla="*/ 1816965 w 2532171"/>
              <a:gd name="connsiteY1" fmla="*/ 180 h 2312506"/>
              <a:gd name="connsiteX2" fmla="*/ 1181965 w 2532171"/>
              <a:gd name="connsiteY2" fmla="*/ 317680 h 2312506"/>
              <a:gd name="connsiteX3" fmla="*/ 1359765 w 2532171"/>
              <a:gd name="connsiteY3" fmla="*/ 1041580 h 2312506"/>
              <a:gd name="connsiteX4" fmla="*/ 1855065 w 2532171"/>
              <a:gd name="connsiteY4" fmla="*/ 1384480 h 2312506"/>
              <a:gd name="connsiteX5" fmla="*/ 2032865 w 2532171"/>
              <a:gd name="connsiteY5" fmla="*/ 1828980 h 2312506"/>
              <a:gd name="connsiteX6" fmla="*/ 1448665 w 2532171"/>
              <a:gd name="connsiteY6" fmla="*/ 2057580 h 2312506"/>
              <a:gd name="connsiteX7" fmla="*/ 864465 w 2532171"/>
              <a:gd name="connsiteY7" fmla="*/ 1676580 h 2312506"/>
              <a:gd name="connsiteX8" fmla="*/ 13565 w 2532171"/>
              <a:gd name="connsiteY8" fmla="*/ 1409880 h 2312506"/>
              <a:gd name="connsiteX9" fmla="*/ 343765 w 2532171"/>
              <a:gd name="connsiteY9" fmla="*/ 2133780 h 2312506"/>
              <a:gd name="connsiteX10" fmla="*/ 381865 w 2532171"/>
              <a:gd name="connsiteY10" fmla="*/ 1955980 h 2312506"/>
              <a:gd name="connsiteX11" fmla="*/ 724765 w 2532171"/>
              <a:gd name="connsiteY11" fmla="*/ 2209980 h 2312506"/>
              <a:gd name="connsiteX12" fmla="*/ 1296265 w 2532171"/>
              <a:gd name="connsiteY12" fmla="*/ 2311580 h 2312506"/>
              <a:gd name="connsiteX13" fmla="*/ 1893165 w 2532171"/>
              <a:gd name="connsiteY13" fmla="*/ 2159180 h 2312506"/>
              <a:gd name="connsiteX14" fmla="*/ 2375765 w 2532171"/>
              <a:gd name="connsiteY14" fmla="*/ 2286180 h 2312506"/>
              <a:gd name="connsiteX15" fmla="*/ 2515465 w 2532171"/>
              <a:gd name="connsiteY15" fmla="*/ 1676580 h 2312506"/>
              <a:gd name="connsiteX16" fmla="*/ 2197965 w 2532171"/>
              <a:gd name="connsiteY16" fmla="*/ 1257480 h 2312506"/>
              <a:gd name="connsiteX17" fmla="*/ 2528165 w 2532171"/>
              <a:gd name="connsiteY17" fmla="*/ 736780 h 2312506"/>
              <a:gd name="connsiteX18" fmla="*/ 1893165 w 2532171"/>
              <a:gd name="connsiteY18" fmla="*/ 279580 h 231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32171" h="2312506">
                <a:moveTo>
                  <a:pt x="1893165" y="279580"/>
                </a:moveTo>
                <a:cubicBezTo>
                  <a:pt x="1774632" y="156813"/>
                  <a:pt x="1935498" y="-6170"/>
                  <a:pt x="1816965" y="180"/>
                </a:cubicBezTo>
                <a:cubicBezTo>
                  <a:pt x="1698432" y="6530"/>
                  <a:pt x="1258165" y="144113"/>
                  <a:pt x="1181965" y="317680"/>
                </a:cubicBezTo>
                <a:cubicBezTo>
                  <a:pt x="1105765" y="491247"/>
                  <a:pt x="1247582" y="863780"/>
                  <a:pt x="1359765" y="1041580"/>
                </a:cubicBezTo>
                <a:cubicBezTo>
                  <a:pt x="1471948" y="1219380"/>
                  <a:pt x="1742882" y="1253247"/>
                  <a:pt x="1855065" y="1384480"/>
                </a:cubicBezTo>
                <a:cubicBezTo>
                  <a:pt x="1967248" y="1515713"/>
                  <a:pt x="2100598" y="1716797"/>
                  <a:pt x="2032865" y="1828980"/>
                </a:cubicBezTo>
                <a:cubicBezTo>
                  <a:pt x="1965132" y="1941163"/>
                  <a:pt x="1643398" y="2082980"/>
                  <a:pt x="1448665" y="2057580"/>
                </a:cubicBezTo>
                <a:cubicBezTo>
                  <a:pt x="1253932" y="2032180"/>
                  <a:pt x="1103648" y="1784530"/>
                  <a:pt x="864465" y="1676580"/>
                </a:cubicBezTo>
                <a:cubicBezTo>
                  <a:pt x="625282" y="1568630"/>
                  <a:pt x="100348" y="1333680"/>
                  <a:pt x="13565" y="1409880"/>
                </a:cubicBezTo>
                <a:cubicBezTo>
                  <a:pt x="-73218" y="1486080"/>
                  <a:pt x="282382" y="2042763"/>
                  <a:pt x="343765" y="2133780"/>
                </a:cubicBezTo>
                <a:cubicBezTo>
                  <a:pt x="405148" y="2224797"/>
                  <a:pt x="318365" y="1943280"/>
                  <a:pt x="381865" y="1955980"/>
                </a:cubicBezTo>
                <a:cubicBezTo>
                  <a:pt x="445365" y="1968680"/>
                  <a:pt x="572365" y="2150713"/>
                  <a:pt x="724765" y="2209980"/>
                </a:cubicBezTo>
                <a:cubicBezTo>
                  <a:pt x="877165" y="2269247"/>
                  <a:pt x="1101532" y="2320047"/>
                  <a:pt x="1296265" y="2311580"/>
                </a:cubicBezTo>
                <a:cubicBezTo>
                  <a:pt x="1490998" y="2303113"/>
                  <a:pt x="1713248" y="2163413"/>
                  <a:pt x="1893165" y="2159180"/>
                </a:cubicBezTo>
                <a:cubicBezTo>
                  <a:pt x="2073082" y="2154947"/>
                  <a:pt x="2272048" y="2366613"/>
                  <a:pt x="2375765" y="2286180"/>
                </a:cubicBezTo>
                <a:cubicBezTo>
                  <a:pt x="2479482" y="2205747"/>
                  <a:pt x="2545098" y="1848030"/>
                  <a:pt x="2515465" y="1676580"/>
                </a:cubicBezTo>
                <a:cubicBezTo>
                  <a:pt x="2485832" y="1505130"/>
                  <a:pt x="2195848" y="1414113"/>
                  <a:pt x="2197965" y="1257480"/>
                </a:cubicBezTo>
                <a:cubicBezTo>
                  <a:pt x="2200082" y="1100847"/>
                  <a:pt x="2574732" y="903997"/>
                  <a:pt x="2528165" y="736780"/>
                </a:cubicBezTo>
                <a:cubicBezTo>
                  <a:pt x="2481598" y="569563"/>
                  <a:pt x="2011698" y="402347"/>
                  <a:pt x="1893165" y="279580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F2CF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4B5B9B2D-CBA2-170F-D36B-F8D1A617EF9A}"/>
              </a:ext>
            </a:extLst>
          </p:cNvPr>
          <p:cNvSpPr/>
          <p:nvPr/>
        </p:nvSpPr>
        <p:spPr>
          <a:xfrm>
            <a:off x="1409238" y="5298737"/>
            <a:ext cx="3525224" cy="3048660"/>
          </a:xfrm>
          <a:custGeom>
            <a:avLst/>
            <a:gdLst>
              <a:gd name="connsiteX0" fmla="*/ 3505662 w 3525224"/>
              <a:gd name="connsiteY0" fmla="*/ 2156163 h 3048660"/>
              <a:gd name="connsiteX1" fmla="*/ 3340562 w 3525224"/>
              <a:gd name="connsiteY1" fmla="*/ 1470363 h 3048660"/>
              <a:gd name="connsiteX2" fmla="*/ 3505662 w 3525224"/>
              <a:gd name="connsiteY2" fmla="*/ 848063 h 3048660"/>
              <a:gd name="connsiteX3" fmla="*/ 3137362 w 3525224"/>
              <a:gd name="connsiteY3" fmla="*/ 9863 h 3048660"/>
              <a:gd name="connsiteX4" fmla="*/ 2743662 w 3525224"/>
              <a:gd name="connsiteY4" fmla="*/ 378163 h 3048660"/>
              <a:gd name="connsiteX5" fmla="*/ 2057862 w 3525224"/>
              <a:gd name="connsiteY5" fmla="*/ 213063 h 3048660"/>
              <a:gd name="connsiteX6" fmla="*/ 1930862 w 3525224"/>
              <a:gd name="connsiteY6" fmla="*/ 733763 h 3048660"/>
              <a:gd name="connsiteX7" fmla="*/ 1245062 w 3525224"/>
              <a:gd name="connsiteY7" fmla="*/ 746463 h 3048660"/>
              <a:gd name="connsiteX8" fmla="*/ 673562 w 3525224"/>
              <a:gd name="connsiteY8" fmla="*/ 1203663 h 3048660"/>
              <a:gd name="connsiteX9" fmla="*/ 165562 w 3525224"/>
              <a:gd name="connsiteY9" fmla="*/ 1267163 h 3048660"/>
              <a:gd name="connsiteX10" fmla="*/ 462 w 3525224"/>
              <a:gd name="connsiteY10" fmla="*/ 1825963 h 3048660"/>
              <a:gd name="connsiteX11" fmla="*/ 203662 w 3525224"/>
              <a:gd name="connsiteY11" fmla="*/ 3032463 h 3048660"/>
              <a:gd name="connsiteX12" fmla="*/ 610062 w 3525224"/>
              <a:gd name="connsiteY12" fmla="*/ 2473663 h 3048660"/>
              <a:gd name="connsiteX13" fmla="*/ 686262 w 3525224"/>
              <a:gd name="connsiteY13" fmla="*/ 1787863 h 3048660"/>
              <a:gd name="connsiteX14" fmla="*/ 1168862 w 3525224"/>
              <a:gd name="connsiteY14" fmla="*/ 1381463 h 3048660"/>
              <a:gd name="connsiteX15" fmla="*/ 1702262 w 3525224"/>
              <a:gd name="connsiteY15" fmla="*/ 1432263 h 3048660"/>
              <a:gd name="connsiteX16" fmla="*/ 2197562 w 3525224"/>
              <a:gd name="connsiteY16" fmla="*/ 924263 h 3048660"/>
              <a:gd name="connsiteX17" fmla="*/ 2680162 w 3525224"/>
              <a:gd name="connsiteY17" fmla="*/ 759163 h 3048660"/>
              <a:gd name="connsiteX18" fmla="*/ 2934162 w 3525224"/>
              <a:gd name="connsiteY18" fmla="*/ 1267163 h 3048660"/>
              <a:gd name="connsiteX19" fmla="*/ 2794462 w 3525224"/>
              <a:gd name="connsiteY19" fmla="*/ 2079963 h 3048660"/>
              <a:gd name="connsiteX20" fmla="*/ 3505662 w 3525224"/>
              <a:gd name="connsiteY20" fmla="*/ 2156163 h 3048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25224" h="3048660">
                <a:moveTo>
                  <a:pt x="3505662" y="2156163"/>
                </a:moveTo>
                <a:cubicBezTo>
                  <a:pt x="3596679" y="2054563"/>
                  <a:pt x="3340562" y="1688380"/>
                  <a:pt x="3340562" y="1470363"/>
                </a:cubicBezTo>
                <a:cubicBezTo>
                  <a:pt x="3340562" y="1252346"/>
                  <a:pt x="3539529" y="1091480"/>
                  <a:pt x="3505662" y="848063"/>
                </a:cubicBezTo>
                <a:cubicBezTo>
                  <a:pt x="3471795" y="604646"/>
                  <a:pt x="3264362" y="88180"/>
                  <a:pt x="3137362" y="9863"/>
                </a:cubicBezTo>
                <a:cubicBezTo>
                  <a:pt x="3010362" y="-68454"/>
                  <a:pt x="2923579" y="344296"/>
                  <a:pt x="2743662" y="378163"/>
                </a:cubicBezTo>
                <a:cubicBezTo>
                  <a:pt x="2563745" y="412030"/>
                  <a:pt x="2193329" y="153796"/>
                  <a:pt x="2057862" y="213063"/>
                </a:cubicBezTo>
                <a:cubicBezTo>
                  <a:pt x="1922395" y="272330"/>
                  <a:pt x="2066329" y="644863"/>
                  <a:pt x="1930862" y="733763"/>
                </a:cubicBezTo>
                <a:cubicBezTo>
                  <a:pt x="1795395" y="822663"/>
                  <a:pt x="1454612" y="668146"/>
                  <a:pt x="1245062" y="746463"/>
                </a:cubicBezTo>
                <a:cubicBezTo>
                  <a:pt x="1035512" y="824780"/>
                  <a:pt x="853479" y="1116880"/>
                  <a:pt x="673562" y="1203663"/>
                </a:cubicBezTo>
                <a:cubicBezTo>
                  <a:pt x="493645" y="1290446"/>
                  <a:pt x="277745" y="1163446"/>
                  <a:pt x="165562" y="1267163"/>
                </a:cubicBezTo>
                <a:cubicBezTo>
                  <a:pt x="53379" y="1370880"/>
                  <a:pt x="-5888" y="1531746"/>
                  <a:pt x="462" y="1825963"/>
                </a:cubicBezTo>
                <a:cubicBezTo>
                  <a:pt x="6812" y="2120180"/>
                  <a:pt x="102062" y="2924513"/>
                  <a:pt x="203662" y="3032463"/>
                </a:cubicBezTo>
                <a:cubicBezTo>
                  <a:pt x="305262" y="3140413"/>
                  <a:pt x="529629" y="2681096"/>
                  <a:pt x="610062" y="2473663"/>
                </a:cubicBezTo>
                <a:cubicBezTo>
                  <a:pt x="690495" y="2266230"/>
                  <a:pt x="593129" y="1969896"/>
                  <a:pt x="686262" y="1787863"/>
                </a:cubicBezTo>
                <a:cubicBezTo>
                  <a:pt x="779395" y="1605830"/>
                  <a:pt x="999529" y="1440730"/>
                  <a:pt x="1168862" y="1381463"/>
                </a:cubicBezTo>
                <a:cubicBezTo>
                  <a:pt x="1338195" y="1322196"/>
                  <a:pt x="1530812" y="1508463"/>
                  <a:pt x="1702262" y="1432263"/>
                </a:cubicBezTo>
                <a:cubicBezTo>
                  <a:pt x="1873712" y="1356063"/>
                  <a:pt x="2034579" y="1036446"/>
                  <a:pt x="2197562" y="924263"/>
                </a:cubicBezTo>
                <a:cubicBezTo>
                  <a:pt x="2360545" y="812080"/>
                  <a:pt x="2557395" y="702013"/>
                  <a:pt x="2680162" y="759163"/>
                </a:cubicBezTo>
                <a:cubicBezTo>
                  <a:pt x="2802929" y="816313"/>
                  <a:pt x="2915112" y="1047030"/>
                  <a:pt x="2934162" y="1267163"/>
                </a:cubicBezTo>
                <a:cubicBezTo>
                  <a:pt x="2953212" y="1487296"/>
                  <a:pt x="2694979" y="1933913"/>
                  <a:pt x="2794462" y="2079963"/>
                </a:cubicBezTo>
                <a:cubicBezTo>
                  <a:pt x="2893945" y="2226013"/>
                  <a:pt x="3414645" y="2257763"/>
                  <a:pt x="3505662" y="2156163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F2CF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 descr="Шахтерские инструменты со сплошной заливкой">
            <a:extLst>
              <a:ext uri="{FF2B5EF4-FFF2-40B4-BE49-F238E27FC236}">
                <a16:creationId xmlns:a16="http://schemas.microsoft.com/office/drawing/2014/main" id="{997DCD8B-7ABF-5324-3CD1-58E0C294B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3106" y="8064112"/>
            <a:ext cx="914400" cy="914400"/>
          </a:xfrm>
          <a:prstGeom prst="rect">
            <a:avLst/>
          </a:prstGeom>
        </p:spPr>
      </p:pic>
      <p:pic>
        <p:nvPicPr>
          <p:cNvPr id="20" name="Рисунок 19" descr="Шахтерские инструменты контур">
            <a:extLst>
              <a:ext uri="{FF2B5EF4-FFF2-40B4-BE49-F238E27FC236}">
                <a16:creationId xmlns:a16="http://schemas.microsoft.com/office/drawing/2014/main" id="{82649431-CF6E-C245-07E6-9602DB8061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3685" y="3953384"/>
            <a:ext cx="1889150" cy="18891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A570290-5A94-12E9-D84A-5C27D32CD3E4}"/>
              </a:ext>
            </a:extLst>
          </p:cNvPr>
          <p:cNvSpPr txBox="1"/>
          <p:nvPr/>
        </p:nvSpPr>
        <p:spPr>
          <a:xfrm>
            <a:off x="5435074" y="734159"/>
            <a:ext cx="8051257" cy="3699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Inter" panose="02000503000000020004" pitchFamily="2" charset="0"/>
                <a:ea typeface="Inter" panose="02000503000000020004" pitchFamily="2" charset="0"/>
              </a:rPr>
              <a:t>Back-End: JAVA + </a:t>
            </a:r>
            <a:r>
              <a:rPr lang="en-US" sz="3200" dirty="0" err="1">
                <a:latin typeface="Inter" panose="02000503000000020004" pitchFamily="2" charset="0"/>
                <a:ea typeface="Inter" panose="02000503000000020004" pitchFamily="2" charset="0"/>
              </a:rPr>
              <a:t>SpringBoot</a:t>
            </a:r>
            <a:endParaRPr lang="en-US" sz="32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latin typeface="Inter" panose="02000503000000020004" pitchFamily="2" charset="0"/>
                <a:ea typeface="Inter" panose="02000503000000020004" pitchFamily="2" charset="0"/>
              </a:rPr>
              <a:t>Front-End: Dart + Flutter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Inter" panose="02000503000000020004" pitchFamily="2" charset="0"/>
                <a:ea typeface="Inter" panose="02000503000000020004" pitchFamily="2" charset="0"/>
              </a:rPr>
              <a:t>AI: Python +</a:t>
            </a:r>
            <a:r>
              <a:rPr lang="ru-RU" sz="320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3200" dirty="0">
                <a:latin typeface="Inter" panose="02000503000000020004" pitchFamily="2" charset="0"/>
                <a:ea typeface="Inter" panose="02000503000000020004" pitchFamily="2" charset="0"/>
              </a:rPr>
              <a:t>QWEN 2.5</a:t>
            </a:r>
          </a:p>
          <a:p>
            <a:pPr>
              <a:lnSpc>
                <a:spcPct val="150000"/>
              </a:lnSpc>
            </a:pPr>
            <a:r>
              <a:rPr lang="en-US" sz="3200" dirty="0" err="1">
                <a:latin typeface="Inter" panose="02000503000000020004" pitchFamily="2" charset="0"/>
                <a:ea typeface="Inter" panose="02000503000000020004" pitchFamily="2" charset="0"/>
              </a:rPr>
              <a:t>YouTrack</a:t>
            </a:r>
            <a:endParaRPr lang="en-US" sz="32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latin typeface="Inter" panose="02000503000000020004" pitchFamily="2" charset="0"/>
                <a:ea typeface="Inter" panose="02000503000000020004" pitchFamily="2" charset="0"/>
              </a:rPr>
              <a:t>Miro</a:t>
            </a:r>
            <a:endParaRPr lang="ru-RU" sz="4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962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BAB4F-2CEA-B8AB-469E-90D441821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3108195-D5A6-9D83-533C-B64A23B6C1CB}"/>
              </a:ext>
            </a:extLst>
          </p:cNvPr>
          <p:cNvSpPr/>
          <p:nvPr/>
        </p:nvSpPr>
        <p:spPr>
          <a:xfrm>
            <a:off x="-73339" y="0"/>
            <a:ext cx="12265339" cy="7070895"/>
          </a:xfrm>
          <a:prstGeom prst="rect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63C545-3DAC-1606-5479-203F6E3AD8BF}"/>
              </a:ext>
            </a:extLst>
          </p:cNvPr>
          <p:cNvSpPr/>
          <p:nvPr/>
        </p:nvSpPr>
        <p:spPr>
          <a:xfrm>
            <a:off x="11059427" y="5842534"/>
            <a:ext cx="1132573" cy="1015465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</a:rPr>
              <a:t>13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Полилиния: фигура 23">
            <a:extLst>
              <a:ext uri="{FF2B5EF4-FFF2-40B4-BE49-F238E27FC236}">
                <a16:creationId xmlns:a16="http://schemas.microsoft.com/office/drawing/2014/main" id="{91882630-2828-D4CA-01DC-EE3014B75BAE}"/>
              </a:ext>
            </a:extLst>
          </p:cNvPr>
          <p:cNvSpPr/>
          <p:nvPr/>
        </p:nvSpPr>
        <p:spPr>
          <a:xfrm>
            <a:off x="-1462199" y="3679637"/>
            <a:ext cx="3403796" cy="5119057"/>
          </a:xfrm>
          <a:custGeom>
            <a:avLst/>
            <a:gdLst>
              <a:gd name="connsiteX0" fmla="*/ 2606865 w 3403796"/>
              <a:gd name="connsiteY0" fmla="*/ 5117096 h 5119057"/>
              <a:gd name="connsiteX1" fmla="*/ 3368865 w 3403796"/>
              <a:gd name="connsiteY1" fmla="*/ 4651429 h 5119057"/>
              <a:gd name="connsiteX2" fmla="*/ 2987865 w 3403796"/>
              <a:gd name="connsiteY2" fmla="*/ 3999496 h 5119057"/>
              <a:gd name="connsiteX3" fmla="*/ 3368865 w 3403796"/>
              <a:gd name="connsiteY3" fmla="*/ 3533829 h 5119057"/>
              <a:gd name="connsiteX4" fmla="*/ 1921065 w 3403796"/>
              <a:gd name="connsiteY4" fmla="*/ 2839563 h 5119057"/>
              <a:gd name="connsiteX5" fmla="*/ 2141199 w 3403796"/>
              <a:gd name="connsiteY5" fmla="*/ 2077563 h 5119057"/>
              <a:gd name="connsiteX6" fmla="*/ 972799 w 3403796"/>
              <a:gd name="connsiteY6" fmla="*/ 2263829 h 5119057"/>
              <a:gd name="connsiteX7" fmla="*/ 1032065 w 3403796"/>
              <a:gd name="connsiteY7" fmla="*/ 858363 h 5119057"/>
              <a:gd name="connsiteX8" fmla="*/ 41465 w 3403796"/>
              <a:gd name="connsiteY8" fmla="*/ 3229 h 5119057"/>
              <a:gd name="connsiteX9" fmla="*/ 185399 w 3403796"/>
              <a:gd name="connsiteY9" fmla="*/ 1154696 h 5119057"/>
              <a:gd name="connsiteX10" fmla="*/ 176932 w 3403796"/>
              <a:gd name="connsiteY10" fmla="*/ 1916696 h 5119057"/>
              <a:gd name="connsiteX11" fmla="*/ 422465 w 3403796"/>
              <a:gd name="connsiteY11" fmla="*/ 2610963 h 5119057"/>
              <a:gd name="connsiteX12" fmla="*/ 1150599 w 3403796"/>
              <a:gd name="connsiteY12" fmla="*/ 2771829 h 5119057"/>
              <a:gd name="connsiteX13" fmla="*/ 1226799 w 3403796"/>
              <a:gd name="connsiteY13" fmla="*/ 3406829 h 5119057"/>
              <a:gd name="connsiteX14" fmla="*/ 2166599 w 3403796"/>
              <a:gd name="connsiteY14" fmla="*/ 3423763 h 5119057"/>
              <a:gd name="connsiteX15" fmla="*/ 2378265 w 3403796"/>
              <a:gd name="connsiteY15" fmla="*/ 4278896 h 5119057"/>
              <a:gd name="connsiteX16" fmla="*/ 2835465 w 3403796"/>
              <a:gd name="connsiteY16" fmla="*/ 4634496 h 5119057"/>
              <a:gd name="connsiteX17" fmla="*/ 2666132 w 3403796"/>
              <a:gd name="connsiteY17" fmla="*/ 5108629 h 5119057"/>
              <a:gd name="connsiteX18" fmla="*/ 2056532 w 3403796"/>
              <a:gd name="connsiteY18" fmla="*/ 4888496 h 5119057"/>
              <a:gd name="connsiteX19" fmla="*/ 2022665 w 3403796"/>
              <a:gd name="connsiteY19" fmla="*/ 4820763 h 5119057"/>
              <a:gd name="connsiteX20" fmla="*/ 2606865 w 3403796"/>
              <a:gd name="connsiteY20" fmla="*/ 5117096 h 511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403796" h="5119057">
                <a:moveTo>
                  <a:pt x="2606865" y="5117096"/>
                </a:moveTo>
                <a:cubicBezTo>
                  <a:pt x="2831232" y="5088874"/>
                  <a:pt x="3305365" y="4837696"/>
                  <a:pt x="3368865" y="4651429"/>
                </a:cubicBezTo>
                <a:cubicBezTo>
                  <a:pt x="3432365" y="4465162"/>
                  <a:pt x="2987865" y="4185763"/>
                  <a:pt x="2987865" y="3999496"/>
                </a:cubicBezTo>
                <a:cubicBezTo>
                  <a:pt x="2987865" y="3813229"/>
                  <a:pt x="3546665" y="3727151"/>
                  <a:pt x="3368865" y="3533829"/>
                </a:cubicBezTo>
                <a:cubicBezTo>
                  <a:pt x="3191065" y="3340507"/>
                  <a:pt x="2125676" y="3082274"/>
                  <a:pt x="1921065" y="2839563"/>
                </a:cubicBezTo>
                <a:cubicBezTo>
                  <a:pt x="1716454" y="2596852"/>
                  <a:pt x="2299243" y="2173519"/>
                  <a:pt x="2141199" y="2077563"/>
                </a:cubicBezTo>
                <a:cubicBezTo>
                  <a:pt x="1983155" y="1981607"/>
                  <a:pt x="1157655" y="2467029"/>
                  <a:pt x="972799" y="2263829"/>
                </a:cubicBezTo>
                <a:cubicBezTo>
                  <a:pt x="787943" y="2060629"/>
                  <a:pt x="1187287" y="1235130"/>
                  <a:pt x="1032065" y="858363"/>
                </a:cubicBezTo>
                <a:cubicBezTo>
                  <a:pt x="876843" y="481596"/>
                  <a:pt x="182576" y="-46160"/>
                  <a:pt x="41465" y="3229"/>
                </a:cubicBezTo>
                <a:cubicBezTo>
                  <a:pt x="-99646" y="52618"/>
                  <a:pt x="162821" y="835785"/>
                  <a:pt x="185399" y="1154696"/>
                </a:cubicBezTo>
                <a:cubicBezTo>
                  <a:pt x="207977" y="1473607"/>
                  <a:pt x="137421" y="1673985"/>
                  <a:pt x="176932" y="1916696"/>
                </a:cubicBezTo>
                <a:cubicBezTo>
                  <a:pt x="216443" y="2159407"/>
                  <a:pt x="260187" y="2468441"/>
                  <a:pt x="422465" y="2610963"/>
                </a:cubicBezTo>
                <a:cubicBezTo>
                  <a:pt x="584743" y="2753485"/>
                  <a:pt x="1016543" y="2639185"/>
                  <a:pt x="1150599" y="2771829"/>
                </a:cubicBezTo>
                <a:cubicBezTo>
                  <a:pt x="1284655" y="2904473"/>
                  <a:pt x="1057466" y="3298173"/>
                  <a:pt x="1226799" y="3406829"/>
                </a:cubicBezTo>
                <a:cubicBezTo>
                  <a:pt x="1396132" y="3515485"/>
                  <a:pt x="1974688" y="3278419"/>
                  <a:pt x="2166599" y="3423763"/>
                </a:cubicBezTo>
                <a:cubicBezTo>
                  <a:pt x="2358510" y="3569107"/>
                  <a:pt x="2266787" y="4077107"/>
                  <a:pt x="2378265" y="4278896"/>
                </a:cubicBezTo>
                <a:cubicBezTo>
                  <a:pt x="2489743" y="4480685"/>
                  <a:pt x="2787487" y="4496207"/>
                  <a:pt x="2835465" y="4634496"/>
                </a:cubicBezTo>
                <a:cubicBezTo>
                  <a:pt x="2883443" y="4772785"/>
                  <a:pt x="2795954" y="5066296"/>
                  <a:pt x="2666132" y="5108629"/>
                </a:cubicBezTo>
                <a:cubicBezTo>
                  <a:pt x="2536310" y="5150962"/>
                  <a:pt x="2163776" y="4936474"/>
                  <a:pt x="2056532" y="4888496"/>
                </a:cubicBezTo>
                <a:cubicBezTo>
                  <a:pt x="1949288" y="4840518"/>
                  <a:pt x="1929532" y="4781252"/>
                  <a:pt x="2022665" y="4820763"/>
                </a:cubicBezTo>
                <a:cubicBezTo>
                  <a:pt x="2115798" y="4860274"/>
                  <a:pt x="2382498" y="5145318"/>
                  <a:pt x="2606865" y="5117096"/>
                </a:cubicBezTo>
                <a:close/>
              </a:path>
            </a:pathLst>
          </a:custGeom>
          <a:solidFill>
            <a:srgbClr val="9C8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олилиния: фигура 24">
            <a:extLst>
              <a:ext uri="{FF2B5EF4-FFF2-40B4-BE49-F238E27FC236}">
                <a16:creationId xmlns:a16="http://schemas.microsoft.com/office/drawing/2014/main" id="{74EF4B02-93C3-97F1-72FA-543DE39BB986}"/>
              </a:ext>
            </a:extLst>
          </p:cNvPr>
          <p:cNvSpPr/>
          <p:nvPr/>
        </p:nvSpPr>
        <p:spPr>
          <a:xfrm rot="12423103">
            <a:off x="-338689" y="-3764385"/>
            <a:ext cx="2646415" cy="4276371"/>
          </a:xfrm>
          <a:custGeom>
            <a:avLst/>
            <a:gdLst>
              <a:gd name="connsiteX0" fmla="*/ 553454 w 2646415"/>
              <a:gd name="connsiteY0" fmla="*/ 9162 h 4276371"/>
              <a:gd name="connsiteX1" fmla="*/ 3121 w 2646415"/>
              <a:gd name="connsiteY1" fmla="*/ 1753295 h 4276371"/>
              <a:gd name="connsiteX2" fmla="*/ 756654 w 2646415"/>
              <a:gd name="connsiteY2" fmla="*/ 3463562 h 4276371"/>
              <a:gd name="connsiteX3" fmla="*/ 1357787 w 2646415"/>
              <a:gd name="connsiteY3" fmla="*/ 2786229 h 4276371"/>
              <a:gd name="connsiteX4" fmla="*/ 2195987 w 2646415"/>
              <a:gd name="connsiteY4" fmla="*/ 4276362 h 4276371"/>
              <a:gd name="connsiteX5" fmla="*/ 2585454 w 2646415"/>
              <a:gd name="connsiteY5" fmla="*/ 2760829 h 4276371"/>
              <a:gd name="connsiteX6" fmla="*/ 917521 w 2646415"/>
              <a:gd name="connsiteY6" fmla="*/ 2252829 h 4276371"/>
              <a:gd name="connsiteX7" fmla="*/ 2035121 w 2646415"/>
              <a:gd name="connsiteY7" fmla="*/ 1118295 h 4276371"/>
              <a:gd name="connsiteX8" fmla="*/ 553454 w 2646415"/>
              <a:gd name="connsiteY8" fmla="*/ 9162 h 4276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6415" h="4276371">
                <a:moveTo>
                  <a:pt x="553454" y="9162"/>
                </a:moveTo>
                <a:cubicBezTo>
                  <a:pt x="214787" y="114995"/>
                  <a:pt x="-30746" y="1177562"/>
                  <a:pt x="3121" y="1753295"/>
                </a:cubicBezTo>
                <a:cubicBezTo>
                  <a:pt x="36988" y="2329028"/>
                  <a:pt x="530876" y="3291406"/>
                  <a:pt x="756654" y="3463562"/>
                </a:cubicBezTo>
                <a:cubicBezTo>
                  <a:pt x="982432" y="3635718"/>
                  <a:pt x="1117898" y="2650762"/>
                  <a:pt x="1357787" y="2786229"/>
                </a:cubicBezTo>
                <a:cubicBezTo>
                  <a:pt x="1597676" y="2921696"/>
                  <a:pt x="1991376" y="4280595"/>
                  <a:pt x="2195987" y="4276362"/>
                </a:cubicBezTo>
                <a:cubicBezTo>
                  <a:pt x="2400598" y="4272129"/>
                  <a:pt x="2798532" y="3098085"/>
                  <a:pt x="2585454" y="2760829"/>
                </a:cubicBezTo>
                <a:cubicBezTo>
                  <a:pt x="2372376" y="2423574"/>
                  <a:pt x="1009243" y="2526585"/>
                  <a:pt x="917521" y="2252829"/>
                </a:cubicBezTo>
                <a:cubicBezTo>
                  <a:pt x="825799" y="1979073"/>
                  <a:pt x="2090154" y="1495062"/>
                  <a:pt x="2035121" y="1118295"/>
                </a:cubicBezTo>
                <a:cubicBezTo>
                  <a:pt x="1980088" y="741528"/>
                  <a:pt x="892121" y="-96671"/>
                  <a:pt x="553454" y="9162"/>
                </a:cubicBezTo>
                <a:close/>
              </a:path>
            </a:pathLst>
          </a:custGeom>
          <a:solidFill>
            <a:srgbClr val="9C8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18A54F-013B-9298-F450-CFC8C49263EB}"/>
              </a:ext>
            </a:extLst>
          </p:cNvPr>
          <p:cNvSpPr txBox="1"/>
          <p:nvPr/>
        </p:nvSpPr>
        <p:spPr>
          <a:xfrm>
            <a:off x="1182913" y="352961"/>
            <a:ext cx="111519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Inter" panose="02000503000000020004" pitchFamily="2" charset="0"/>
                <a:ea typeface="Inter" panose="02000503000000020004" pitchFamily="2" charset="0"/>
              </a:rPr>
              <a:t>Так мы развернули наше приложение 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EE14E3E9-0624-98D7-221C-A63A86983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01" y="1122402"/>
            <a:ext cx="10473225" cy="530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13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625D6-BB5C-81CB-5BC6-B7352D325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623F055-4002-A799-238E-7861BB493B53}"/>
              </a:ext>
            </a:extLst>
          </p:cNvPr>
          <p:cNvSpPr/>
          <p:nvPr/>
        </p:nvSpPr>
        <p:spPr>
          <a:xfrm>
            <a:off x="0" y="0"/>
            <a:ext cx="5318876" cy="7070895"/>
          </a:xfrm>
          <a:prstGeom prst="rect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5C590-DD5B-EE8B-0A71-305D6FFC49B1}"/>
              </a:ext>
            </a:extLst>
          </p:cNvPr>
          <p:cNvSpPr txBox="1"/>
          <p:nvPr/>
        </p:nvSpPr>
        <p:spPr>
          <a:xfrm>
            <a:off x="300284" y="1935411"/>
            <a:ext cx="471046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atin typeface="Inter" panose="02000503000000020004" pitchFamily="2" charset="0"/>
                <a:ea typeface="Inter" panose="02000503000000020004" pitchFamily="2" charset="0"/>
              </a:rPr>
              <a:t>Больше, чем просто уведомление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3F1C0CD-2B09-BB5B-E2F5-7C9D0071D350}"/>
              </a:ext>
            </a:extLst>
          </p:cNvPr>
          <p:cNvSpPr/>
          <p:nvPr/>
        </p:nvSpPr>
        <p:spPr>
          <a:xfrm>
            <a:off x="11059427" y="5842535"/>
            <a:ext cx="1132573" cy="1015465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tx1"/>
                </a:solidFill>
              </a:rPr>
              <a:t>14</a:t>
            </a:r>
          </a:p>
        </p:txBody>
      </p:sp>
      <p:pic>
        <p:nvPicPr>
          <p:cNvPr id="15" name="Рисунок 14" descr="Речь контур">
            <a:extLst>
              <a:ext uri="{FF2B5EF4-FFF2-40B4-BE49-F238E27FC236}">
                <a16:creationId xmlns:a16="http://schemas.microsoft.com/office/drawing/2014/main" id="{1218FA3B-5D1E-FDD5-8D23-D15390BB0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3772" y="-552792"/>
            <a:ext cx="6974874" cy="470863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65F3A63-6B13-E7DB-B6F3-71C850C3F469}"/>
              </a:ext>
            </a:extLst>
          </p:cNvPr>
          <p:cNvSpPr txBox="1"/>
          <p:nvPr/>
        </p:nvSpPr>
        <p:spPr>
          <a:xfrm>
            <a:off x="7054858" y="789090"/>
            <a:ext cx="45843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0" dirty="0">
                <a:solidFill>
                  <a:srgbClr val="40404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Если к утру не выбросишь вон тот зеленый йогурт — он выбросит тебя</a:t>
            </a:r>
            <a:endParaRPr lang="ru-RU" sz="2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8" name="Рисунок 17" descr="Речь контур">
            <a:extLst>
              <a:ext uri="{FF2B5EF4-FFF2-40B4-BE49-F238E27FC236}">
                <a16:creationId xmlns:a16="http://schemas.microsoft.com/office/drawing/2014/main" id="{90559EB3-0783-F967-055C-678E129F3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492124" y="2583091"/>
            <a:ext cx="7118482" cy="4664937"/>
          </a:xfrm>
          <a:prstGeom prst="rect">
            <a:avLst/>
          </a:prstGeom>
        </p:spPr>
      </p:pic>
      <p:sp>
        <p:nvSpPr>
          <p:cNvPr id="24" name="Полилиния: фигура 23">
            <a:extLst>
              <a:ext uri="{FF2B5EF4-FFF2-40B4-BE49-F238E27FC236}">
                <a16:creationId xmlns:a16="http://schemas.microsoft.com/office/drawing/2014/main" id="{91A7605C-3DBF-9D05-D855-E03ED57BAF07}"/>
              </a:ext>
            </a:extLst>
          </p:cNvPr>
          <p:cNvSpPr/>
          <p:nvPr/>
        </p:nvSpPr>
        <p:spPr>
          <a:xfrm rot="19719958" flipH="1">
            <a:off x="1867224" y="-1422764"/>
            <a:ext cx="4550709" cy="1914657"/>
          </a:xfrm>
          <a:custGeom>
            <a:avLst/>
            <a:gdLst>
              <a:gd name="connsiteX0" fmla="*/ 998020 w 4454877"/>
              <a:gd name="connsiteY0" fmla="*/ 221296 h 1914657"/>
              <a:gd name="connsiteX1" fmla="*/ 676287 w 4454877"/>
              <a:gd name="connsiteY1" fmla="*/ 441430 h 1914657"/>
              <a:gd name="connsiteX2" fmla="*/ 769420 w 4454877"/>
              <a:gd name="connsiteY2" fmla="*/ 924030 h 1914657"/>
              <a:gd name="connsiteX3" fmla="*/ 1048820 w 4454877"/>
              <a:gd name="connsiteY3" fmla="*/ 1279630 h 1914657"/>
              <a:gd name="connsiteX4" fmla="*/ 1531420 w 4454877"/>
              <a:gd name="connsiteY4" fmla="*/ 1093363 h 1914657"/>
              <a:gd name="connsiteX5" fmla="*/ 1870087 w 4454877"/>
              <a:gd name="connsiteY5" fmla="*/ 1338896 h 1914657"/>
              <a:gd name="connsiteX6" fmla="*/ 2691353 w 4454877"/>
              <a:gd name="connsiteY6" fmla="*/ 1389696 h 1914657"/>
              <a:gd name="connsiteX7" fmla="*/ 3360220 w 4454877"/>
              <a:gd name="connsiteY7" fmla="*/ 1508230 h 1914657"/>
              <a:gd name="connsiteX8" fmla="*/ 3935953 w 4454877"/>
              <a:gd name="connsiteY8" fmla="*/ 1178030 h 1914657"/>
              <a:gd name="connsiteX9" fmla="*/ 3834353 w 4454877"/>
              <a:gd name="connsiteY9" fmla="*/ 686963 h 1914657"/>
              <a:gd name="connsiteX10" fmla="*/ 3639620 w 4454877"/>
              <a:gd name="connsiteY10" fmla="*/ 68896 h 1914657"/>
              <a:gd name="connsiteX11" fmla="*/ 4350820 w 4454877"/>
              <a:gd name="connsiteY11" fmla="*/ 119696 h 1914657"/>
              <a:gd name="connsiteX12" fmla="*/ 4435487 w 4454877"/>
              <a:gd name="connsiteY12" fmla="*/ 1000230 h 1914657"/>
              <a:gd name="connsiteX13" fmla="*/ 4198420 w 4454877"/>
              <a:gd name="connsiteY13" fmla="*/ 1508230 h 1914657"/>
              <a:gd name="connsiteX14" fmla="*/ 3597287 w 4454877"/>
              <a:gd name="connsiteY14" fmla="*/ 1635230 h 1914657"/>
              <a:gd name="connsiteX15" fmla="*/ 3089287 w 4454877"/>
              <a:gd name="connsiteY15" fmla="*/ 1914630 h 1914657"/>
              <a:gd name="connsiteX16" fmla="*/ 2217220 w 4454877"/>
              <a:gd name="connsiteY16" fmla="*/ 1618296 h 1914657"/>
              <a:gd name="connsiteX17" fmla="*/ 998020 w 4454877"/>
              <a:gd name="connsiteY17" fmla="*/ 1897696 h 1914657"/>
              <a:gd name="connsiteX18" fmla="*/ 252953 w 4454877"/>
              <a:gd name="connsiteY18" fmla="*/ 1296563 h 1914657"/>
              <a:gd name="connsiteX19" fmla="*/ 41287 w 4454877"/>
              <a:gd name="connsiteY19" fmla="*/ 416030 h 1914657"/>
              <a:gd name="connsiteX20" fmla="*/ 998020 w 4454877"/>
              <a:gd name="connsiteY20" fmla="*/ 221296 h 1914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54877" h="1914657">
                <a:moveTo>
                  <a:pt x="998020" y="221296"/>
                </a:moveTo>
                <a:cubicBezTo>
                  <a:pt x="1103853" y="225529"/>
                  <a:pt x="714387" y="324308"/>
                  <a:pt x="676287" y="441430"/>
                </a:cubicBezTo>
                <a:cubicBezTo>
                  <a:pt x="638187" y="558552"/>
                  <a:pt x="707331" y="784330"/>
                  <a:pt x="769420" y="924030"/>
                </a:cubicBezTo>
                <a:cubicBezTo>
                  <a:pt x="831509" y="1063730"/>
                  <a:pt x="921820" y="1251408"/>
                  <a:pt x="1048820" y="1279630"/>
                </a:cubicBezTo>
                <a:cubicBezTo>
                  <a:pt x="1175820" y="1307852"/>
                  <a:pt x="1394542" y="1083485"/>
                  <a:pt x="1531420" y="1093363"/>
                </a:cubicBezTo>
                <a:cubicBezTo>
                  <a:pt x="1668298" y="1103241"/>
                  <a:pt x="1676765" y="1289507"/>
                  <a:pt x="1870087" y="1338896"/>
                </a:cubicBezTo>
                <a:cubicBezTo>
                  <a:pt x="2063409" y="1388285"/>
                  <a:pt x="2442998" y="1361474"/>
                  <a:pt x="2691353" y="1389696"/>
                </a:cubicBezTo>
                <a:cubicBezTo>
                  <a:pt x="2939708" y="1417918"/>
                  <a:pt x="3152787" y="1543508"/>
                  <a:pt x="3360220" y="1508230"/>
                </a:cubicBezTo>
                <a:cubicBezTo>
                  <a:pt x="3567653" y="1472952"/>
                  <a:pt x="3856931" y="1314908"/>
                  <a:pt x="3935953" y="1178030"/>
                </a:cubicBezTo>
                <a:cubicBezTo>
                  <a:pt x="4014975" y="1041152"/>
                  <a:pt x="3883742" y="871819"/>
                  <a:pt x="3834353" y="686963"/>
                </a:cubicBezTo>
                <a:cubicBezTo>
                  <a:pt x="3784964" y="502107"/>
                  <a:pt x="3553542" y="163440"/>
                  <a:pt x="3639620" y="68896"/>
                </a:cubicBezTo>
                <a:cubicBezTo>
                  <a:pt x="3725698" y="-25649"/>
                  <a:pt x="4218176" y="-35526"/>
                  <a:pt x="4350820" y="119696"/>
                </a:cubicBezTo>
                <a:cubicBezTo>
                  <a:pt x="4483465" y="274918"/>
                  <a:pt x="4460887" y="768808"/>
                  <a:pt x="4435487" y="1000230"/>
                </a:cubicBezTo>
                <a:cubicBezTo>
                  <a:pt x="4410087" y="1231652"/>
                  <a:pt x="4338120" y="1402397"/>
                  <a:pt x="4198420" y="1508230"/>
                </a:cubicBezTo>
                <a:cubicBezTo>
                  <a:pt x="4058720" y="1614063"/>
                  <a:pt x="3782142" y="1567497"/>
                  <a:pt x="3597287" y="1635230"/>
                </a:cubicBezTo>
                <a:cubicBezTo>
                  <a:pt x="3412432" y="1702963"/>
                  <a:pt x="3319298" y="1917452"/>
                  <a:pt x="3089287" y="1914630"/>
                </a:cubicBezTo>
                <a:cubicBezTo>
                  <a:pt x="2859276" y="1911808"/>
                  <a:pt x="2565764" y="1621118"/>
                  <a:pt x="2217220" y="1618296"/>
                </a:cubicBezTo>
                <a:cubicBezTo>
                  <a:pt x="1868676" y="1615474"/>
                  <a:pt x="1325398" y="1951318"/>
                  <a:pt x="998020" y="1897696"/>
                </a:cubicBezTo>
                <a:cubicBezTo>
                  <a:pt x="670642" y="1844074"/>
                  <a:pt x="412408" y="1543507"/>
                  <a:pt x="252953" y="1296563"/>
                </a:cubicBezTo>
                <a:cubicBezTo>
                  <a:pt x="93497" y="1049619"/>
                  <a:pt x="-81480" y="593830"/>
                  <a:pt x="41287" y="416030"/>
                </a:cubicBezTo>
                <a:cubicBezTo>
                  <a:pt x="164054" y="238230"/>
                  <a:pt x="892187" y="217063"/>
                  <a:pt x="998020" y="221296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F2CF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70DB3608-C539-7FD7-D6E9-7EEDE2C7B069}"/>
              </a:ext>
            </a:extLst>
          </p:cNvPr>
          <p:cNvSpPr/>
          <p:nvPr/>
        </p:nvSpPr>
        <p:spPr>
          <a:xfrm>
            <a:off x="-654202" y="4100975"/>
            <a:ext cx="3658901" cy="3325444"/>
          </a:xfrm>
          <a:custGeom>
            <a:avLst/>
            <a:gdLst>
              <a:gd name="connsiteX0" fmla="*/ 288442 w 3658901"/>
              <a:gd name="connsiteY0" fmla="*/ 95105 h 3325444"/>
              <a:gd name="connsiteX1" fmla="*/ 959002 w 3658901"/>
              <a:gd name="connsiteY1" fmla="*/ 166225 h 3325444"/>
              <a:gd name="connsiteX2" fmla="*/ 1731162 w 3658901"/>
              <a:gd name="connsiteY2" fmla="*/ 684385 h 3325444"/>
              <a:gd name="connsiteX3" fmla="*/ 2777642 w 3658901"/>
              <a:gd name="connsiteY3" fmla="*/ 440545 h 3325444"/>
              <a:gd name="connsiteX4" fmla="*/ 3631082 w 3658901"/>
              <a:gd name="connsiteY4" fmla="*/ 877425 h 3325444"/>
              <a:gd name="connsiteX5" fmla="*/ 3397402 w 3658901"/>
              <a:gd name="connsiteY5" fmla="*/ 1405745 h 3325444"/>
              <a:gd name="connsiteX6" fmla="*/ 2858922 w 3658901"/>
              <a:gd name="connsiteY6" fmla="*/ 1730865 h 3325444"/>
              <a:gd name="connsiteX7" fmla="*/ 3001162 w 3658901"/>
              <a:gd name="connsiteY7" fmla="*/ 2279505 h 3325444"/>
              <a:gd name="connsiteX8" fmla="*/ 2198522 w 3658901"/>
              <a:gd name="connsiteY8" fmla="*/ 2279505 h 3325444"/>
              <a:gd name="connsiteX9" fmla="*/ 1385722 w 3658901"/>
              <a:gd name="connsiteY9" fmla="*/ 2685905 h 3325444"/>
              <a:gd name="connsiteX10" fmla="*/ 908202 w 3658901"/>
              <a:gd name="connsiteY10" fmla="*/ 3305665 h 3325444"/>
              <a:gd name="connsiteX11" fmla="*/ 105562 w 3658901"/>
              <a:gd name="connsiteY11" fmla="*/ 3112625 h 3325444"/>
              <a:gd name="connsiteX12" fmla="*/ 85242 w 3658901"/>
              <a:gd name="connsiteY12" fmla="*/ 2523345 h 3325444"/>
              <a:gd name="connsiteX13" fmla="*/ 806602 w 3658901"/>
              <a:gd name="connsiteY13" fmla="*/ 2462385 h 3325444"/>
              <a:gd name="connsiteX14" fmla="*/ 1314602 w 3658901"/>
              <a:gd name="connsiteY14" fmla="*/ 2370945 h 3325444"/>
              <a:gd name="connsiteX15" fmla="*/ 1527962 w 3658901"/>
              <a:gd name="connsiteY15" fmla="*/ 2005185 h 3325444"/>
              <a:gd name="connsiteX16" fmla="*/ 2259482 w 3658901"/>
              <a:gd name="connsiteY16" fmla="*/ 1873105 h 3325444"/>
              <a:gd name="connsiteX17" fmla="*/ 2533802 w 3658901"/>
              <a:gd name="connsiteY17" fmla="*/ 1283825 h 3325444"/>
              <a:gd name="connsiteX18" fmla="*/ 2086762 w 3658901"/>
              <a:gd name="connsiteY18" fmla="*/ 1029825 h 3325444"/>
              <a:gd name="connsiteX19" fmla="*/ 1426362 w 3658901"/>
              <a:gd name="connsiteY19" fmla="*/ 1060305 h 3325444"/>
              <a:gd name="connsiteX20" fmla="*/ 969162 w 3658901"/>
              <a:gd name="connsiteY20" fmla="*/ 897745 h 3325444"/>
              <a:gd name="connsiteX21" fmla="*/ 532282 w 3658901"/>
              <a:gd name="connsiteY21" fmla="*/ 1019665 h 3325444"/>
              <a:gd name="connsiteX22" fmla="*/ 247802 w 3658901"/>
              <a:gd name="connsiteY22" fmla="*/ 64625 h 3325444"/>
              <a:gd name="connsiteX23" fmla="*/ 288442 w 3658901"/>
              <a:gd name="connsiteY23" fmla="*/ 95105 h 3325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658901" h="3325444">
                <a:moveTo>
                  <a:pt x="288442" y="95105"/>
                </a:moveTo>
                <a:cubicBezTo>
                  <a:pt x="406975" y="112038"/>
                  <a:pt x="718549" y="68012"/>
                  <a:pt x="959002" y="166225"/>
                </a:cubicBezTo>
                <a:cubicBezTo>
                  <a:pt x="1199455" y="264438"/>
                  <a:pt x="1428055" y="638665"/>
                  <a:pt x="1731162" y="684385"/>
                </a:cubicBezTo>
                <a:cubicBezTo>
                  <a:pt x="2034269" y="730105"/>
                  <a:pt x="2460989" y="408372"/>
                  <a:pt x="2777642" y="440545"/>
                </a:cubicBezTo>
                <a:cubicBezTo>
                  <a:pt x="3094295" y="472718"/>
                  <a:pt x="3527789" y="716558"/>
                  <a:pt x="3631082" y="877425"/>
                </a:cubicBezTo>
                <a:cubicBezTo>
                  <a:pt x="3734375" y="1038292"/>
                  <a:pt x="3526095" y="1263505"/>
                  <a:pt x="3397402" y="1405745"/>
                </a:cubicBezTo>
                <a:cubicBezTo>
                  <a:pt x="3268709" y="1547985"/>
                  <a:pt x="2924962" y="1585238"/>
                  <a:pt x="2858922" y="1730865"/>
                </a:cubicBezTo>
                <a:cubicBezTo>
                  <a:pt x="2792882" y="1876492"/>
                  <a:pt x="3111229" y="2188065"/>
                  <a:pt x="3001162" y="2279505"/>
                </a:cubicBezTo>
                <a:cubicBezTo>
                  <a:pt x="2891095" y="2370945"/>
                  <a:pt x="2467762" y="2211772"/>
                  <a:pt x="2198522" y="2279505"/>
                </a:cubicBezTo>
                <a:cubicBezTo>
                  <a:pt x="1929282" y="2347238"/>
                  <a:pt x="1600775" y="2514878"/>
                  <a:pt x="1385722" y="2685905"/>
                </a:cubicBezTo>
                <a:cubicBezTo>
                  <a:pt x="1170669" y="2856932"/>
                  <a:pt x="1121562" y="3234545"/>
                  <a:pt x="908202" y="3305665"/>
                </a:cubicBezTo>
                <a:cubicBezTo>
                  <a:pt x="694842" y="3376785"/>
                  <a:pt x="242722" y="3243012"/>
                  <a:pt x="105562" y="3112625"/>
                </a:cubicBezTo>
                <a:cubicBezTo>
                  <a:pt x="-31598" y="2982238"/>
                  <a:pt x="-31598" y="2631718"/>
                  <a:pt x="85242" y="2523345"/>
                </a:cubicBezTo>
                <a:cubicBezTo>
                  <a:pt x="202082" y="2414972"/>
                  <a:pt x="601709" y="2487785"/>
                  <a:pt x="806602" y="2462385"/>
                </a:cubicBezTo>
                <a:cubicBezTo>
                  <a:pt x="1011495" y="2436985"/>
                  <a:pt x="1194375" y="2447145"/>
                  <a:pt x="1314602" y="2370945"/>
                </a:cubicBezTo>
                <a:cubicBezTo>
                  <a:pt x="1434829" y="2294745"/>
                  <a:pt x="1370482" y="2088158"/>
                  <a:pt x="1527962" y="2005185"/>
                </a:cubicBezTo>
                <a:cubicBezTo>
                  <a:pt x="1685442" y="1922212"/>
                  <a:pt x="2091842" y="1993332"/>
                  <a:pt x="2259482" y="1873105"/>
                </a:cubicBezTo>
                <a:cubicBezTo>
                  <a:pt x="2427122" y="1752878"/>
                  <a:pt x="2562589" y="1424372"/>
                  <a:pt x="2533802" y="1283825"/>
                </a:cubicBezTo>
                <a:cubicBezTo>
                  <a:pt x="2505015" y="1143278"/>
                  <a:pt x="2271335" y="1067078"/>
                  <a:pt x="2086762" y="1029825"/>
                </a:cubicBezTo>
                <a:cubicBezTo>
                  <a:pt x="1902189" y="992572"/>
                  <a:pt x="1612629" y="1082318"/>
                  <a:pt x="1426362" y="1060305"/>
                </a:cubicBezTo>
                <a:cubicBezTo>
                  <a:pt x="1240095" y="1038292"/>
                  <a:pt x="1118175" y="904518"/>
                  <a:pt x="969162" y="897745"/>
                </a:cubicBezTo>
                <a:cubicBezTo>
                  <a:pt x="820149" y="890972"/>
                  <a:pt x="652509" y="1158518"/>
                  <a:pt x="532282" y="1019665"/>
                </a:cubicBezTo>
                <a:cubicBezTo>
                  <a:pt x="412055" y="880812"/>
                  <a:pt x="286749" y="218718"/>
                  <a:pt x="247802" y="64625"/>
                </a:cubicBezTo>
                <a:cubicBezTo>
                  <a:pt x="208855" y="-89468"/>
                  <a:pt x="169909" y="78172"/>
                  <a:pt x="288442" y="95105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A2674-2CEE-08F8-36E5-991898E67B64}"/>
              </a:ext>
            </a:extLst>
          </p:cNvPr>
          <p:cNvSpPr txBox="1"/>
          <p:nvPr/>
        </p:nvSpPr>
        <p:spPr>
          <a:xfrm>
            <a:off x="2392070" y="1353312"/>
            <a:ext cx="279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7326C53-7AF9-F003-52A1-9C732BB34C6F}"/>
              </a:ext>
            </a:extLst>
          </p:cNvPr>
          <p:cNvSpPr/>
          <p:nvPr/>
        </p:nvSpPr>
        <p:spPr>
          <a:xfrm>
            <a:off x="5730799" y="3616381"/>
            <a:ext cx="1575934" cy="1138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C4EDA0-676B-10B0-2A7D-A7DC76705CCD}"/>
              </a:ext>
            </a:extLst>
          </p:cNvPr>
          <p:cNvSpPr txBox="1"/>
          <p:nvPr/>
        </p:nvSpPr>
        <p:spPr>
          <a:xfrm>
            <a:off x="5958084" y="3770435"/>
            <a:ext cx="41776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0" dirty="0">
                <a:solidFill>
                  <a:srgbClr val="40404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Ванная комната эволюционировала в террариум. </a:t>
            </a:r>
            <a:endParaRPr lang="en-US" sz="2400" b="0" dirty="0">
              <a:solidFill>
                <a:srgbClr val="404040"/>
              </a:solidFill>
              <a:effectLst/>
              <a:latin typeface="Inter" panose="02000503000000020004" pitchFamily="2" charset="0"/>
              <a:ea typeface="Inter" panose="02000503000000020004" pitchFamily="2" charset="0"/>
            </a:endParaRPr>
          </a:p>
          <a:p>
            <a:pPr algn="ctr"/>
            <a:r>
              <a:rPr lang="ru-RU" sz="2400" b="0" dirty="0">
                <a:solidFill>
                  <a:srgbClr val="404040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</a:rPr>
              <a:t>Теперь ты в ней - гость.</a:t>
            </a:r>
            <a:endParaRPr lang="ru-RU" sz="24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680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00EF-6D94-F4B2-D23D-507E550C0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34540B-76B0-8BFB-BF02-E6CF241BC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754" y="3148406"/>
            <a:ext cx="7046093" cy="3951858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29A1315-5689-480F-C8E9-4EF664ED0DDD}"/>
              </a:ext>
            </a:extLst>
          </p:cNvPr>
          <p:cNvSpPr/>
          <p:nvPr/>
        </p:nvSpPr>
        <p:spPr>
          <a:xfrm>
            <a:off x="0" y="-33337"/>
            <a:ext cx="5318876" cy="7070895"/>
          </a:xfrm>
          <a:prstGeom prst="rect">
            <a:avLst/>
          </a:prstGeom>
          <a:solidFill>
            <a:srgbClr val="F2C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B041D09-DB37-C988-EC5D-1A6CBF1C9CD4}"/>
              </a:ext>
            </a:extLst>
          </p:cNvPr>
          <p:cNvSpPr/>
          <p:nvPr/>
        </p:nvSpPr>
        <p:spPr>
          <a:xfrm>
            <a:off x="11077274" y="6084799"/>
            <a:ext cx="1132573" cy="1015465"/>
          </a:xfrm>
          <a:prstGeom prst="rect">
            <a:avLst/>
          </a:prstGeom>
          <a:solidFill>
            <a:srgbClr val="E8EDF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tx1"/>
                </a:solidFill>
              </a:rPr>
              <a:t>15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F5784-CE02-7F39-51A1-5A94D362C304}"/>
              </a:ext>
            </a:extLst>
          </p:cNvPr>
          <p:cNvSpPr txBox="1"/>
          <p:nvPr/>
        </p:nvSpPr>
        <p:spPr>
          <a:xfrm>
            <a:off x="576629" y="2111885"/>
            <a:ext cx="416561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atin typeface="Inter" panose="02000503000000020004" pitchFamily="2" charset="0"/>
                <a:ea typeface="Inter" panose="02000503000000020004" pitchFamily="2" charset="0"/>
              </a:rPr>
              <a:t>Мы старались и у нас получилось</a:t>
            </a: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2945271A-8A71-430A-C94A-98A06A55ECD4}"/>
              </a:ext>
            </a:extLst>
          </p:cNvPr>
          <p:cNvSpPr/>
          <p:nvPr/>
        </p:nvSpPr>
        <p:spPr>
          <a:xfrm>
            <a:off x="644619" y="-763937"/>
            <a:ext cx="3997084" cy="2034328"/>
          </a:xfrm>
          <a:custGeom>
            <a:avLst/>
            <a:gdLst>
              <a:gd name="connsiteX0" fmla="*/ 1204501 w 3997084"/>
              <a:gd name="connsiteY0" fmla="*/ 12097 h 2034328"/>
              <a:gd name="connsiteX1" fmla="*/ 290101 w 3997084"/>
              <a:gd name="connsiteY1" fmla="*/ 509937 h 2034328"/>
              <a:gd name="connsiteX2" fmla="*/ 15781 w 3997084"/>
              <a:gd name="connsiteY2" fmla="*/ 1129697 h 2034328"/>
              <a:gd name="connsiteX3" fmla="*/ 676181 w 3997084"/>
              <a:gd name="connsiteY3" fmla="*/ 1058577 h 2034328"/>
              <a:gd name="connsiteX4" fmla="*/ 777781 w 3997084"/>
              <a:gd name="connsiteY4" fmla="*/ 1810417 h 2034328"/>
              <a:gd name="connsiteX5" fmla="*/ 1580421 w 3997084"/>
              <a:gd name="connsiteY5" fmla="*/ 1505617 h 2034328"/>
              <a:gd name="connsiteX6" fmla="*/ 2169701 w 3997084"/>
              <a:gd name="connsiteY6" fmla="*/ 1525937 h 2034328"/>
              <a:gd name="connsiteX7" fmla="*/ 2525301 w 3997084"/>
              <a:gd name="connsiteY7" fmla="*/ 2033937 h 2034328"/>
              <a:gd name="connsiteX8" fmla="*/ 3277141 w 3997084"/>
              <a:gd name="connsiteY8" fmla="*/ 1607217 h 2034328"/>
              <a:gd name="connsiteX9" fmla="*/ 3988341 w 3997084"/>
              <a:gd name="connsiteY9" fmla="*/ 1444657 h 2034328"/>
              <a:gd name="connsiteX10" fmla="*/ 3632741 w 3997084"/>
              <a:gd name="connsiteY10" fmla="*/ 642017 h 2034328"/>
              <a:gd name="connsiteX11" fmla="*/ 3033301 w 3997084"/>
              <a:gd name="connsiteY11" fmla="*/ 164497 h 2034328"/>
              <a:gd name="connsiteX12" fmla="*/ 3175541 w 3997084"/>
              <a:gd name="connsiteY12" fmla="*/ 1028097 h 2034328"/>
              <a:gd name="connsiteX13" fmla="*/ 2830101 w 3997084"/>
              <a:gd name="connsiteY13" fmla="*/ 1068737 h 2034328"/>
              <a:gd name="connsiteX14" fmla="*/ 2444021 w 3997084"/>
              <a:gd name="connsiteY14" fmla="*/ 1160177 h 2034328"/>
              <a:gd name="connsiteX15" fmla="*/ 1864901 w 3997084"/>
              <a:gd name="connsiteY15" fmla="*/ 936657 h 2034328"/>
              <a:gd name="connsiteX16" fmla="*/ 1234981 w 3997084"/>
              <a:gd name="connsiteY16" fmla="*/ 1028097 h 2034328"/>
              <a:gd name="connsiteX17" fmla="*/ 1204501 w 3997084"/>
              <a:gd name="connsiteY17" fmla="*/ 12097 h 203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7084" h="2034328">
                <a:moveTo>
                  <a:pt x="1204501" y="12097"/>
                </a:moveTo>
                <a:cubicBezTo>
                  <a:pt x="1047021" y="-74263"/>
                  <a:pt x="488221" y="323670"/>
                  <a:pt x="290101" y="509937"/>
                </a:cubicBezTo>
                <a:cubicBezTo>
                  <a:pt x="91981" y="696204"/>
                  <a:pt x="-48566" y="1038257"/>
                  <a:pt x="15781" y="1129697"/>
                </a:cubicBezTo>
                <a:cubicBezTo>
                  <a:pt x="80128" y="1221137"/>
                  <a:pt x="549181" y="945124"/>
                  <a:pt x="676181" y="1058577"/>
                </a:cubicBezTo>
                <a:cubicBezTo>
                  <a:pt x="803181" y="1172030"/>
                  <a:pt x="627074" y="1735910"/>
                  <a:pt x="777781" y="1810417"/>
                </a:cubicBezTo>
                <a:cubicBezTo>
                  <a:pt x="928488" y="1884924"/>
                  <a:pt x="1348434" y="1553030"/>
                  <a:pt x="1580421" y="1505617"/>
                </a:cubicBezTo>
                <a:cubicBezTo>
                  <a:pt x="1812408" y="1458204"/>
                  <a:pt x="2012221" y="1437884"/>
                  <a:pt x="2169701" y="1525937"/>
                </a:cubicBezTo>
                <a:cubicBezTo>
                  <a:pt x="2327181" y="1613990"/>
                  <a:pt x="2340728" y="2020390"/>
                  <a:pt x="2525301" y="2033937"/>
                </a:cubicBezTo>
                <a:cubicBezTo>
                  <a:pt x="2709874" y="2047484"/>
                  <a:pt x="3033301" y="1705430"/>
                  <a:pt x="3277141" y="1607217"/>
                </a:cubicBezTo>
                <a:cubicBezTo>
                  <a:pt x="3520981" y="1509004"/>
                  <a:pt x="3929074" y="1605524"/>
                  <a:pt x="3988341" y="1444657"/>
                </a:cubicBezTo>
                <a:cubicBezTo>
                  <a:pt x="4047608" y="1283790"/>
                  <a:pt x="3791914" y="855377"/>
                  <a:pt x="3632741" y="642017"/>
                </a:cubicBezTo>
                <a:cubicBezTo>
                  <a:pt x="3473568" y="428657"/>
                  <a:pt x="3109501" y="100150"/>
                  <a:pt x="3033301" y="164497"/>
                </a:cubicBezTo>
                <a:cubicBezTo>
                  <a:pt x="2957101" y="228844"/>
                  <a:pt x="3209408" y="877390"/>
                  <a:pt x="3175541" y="1028097"/>
                </a:cubicBezTo>
                <a:cubicBezTo>
                  <a:pt x="3141674" y="1178804"/>
                  <a:pt x="2952021" y="1046724"/>
                  <a:pt x="2830101" y="1068737"/>
                </a:cubicBezTo>
                <a:cubicBezTo>
                  <a:pt x="2708181" y="1090750"/>
                  <a:pt x="2604888" y="1182190"/>
                  <a:pt x="2444021" y="1160177"/>
                </a:cubicBezTo>
                <a:cubicBezTo>
                  <a:pt x="2283154" y="1138164"/>
                  <a:pt x="2066408" y="958670"/>
                  <a:pt x="1864901" y="936657"/>
                </a:cubicBezTo>
                <a:cubicBezTo>
                  <a:pt x="1663394" y="914644"/>
                  <a:pt x="1350128" y="1180497"/>
                  <a:pt x="1234981" y="1028097"/>
                </a:cubicBezTo>
                <a:cubicBezTo>
                  <a:pt x="1119834" y="875697"/>
                  <a:pt x="1361981" y="98457"/>
                  <a:pt x="1204501" y="12097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F1AC35BC-1E5E-6518-C108-9FF745344F49}"/>
              </a:ext>
            </a:extLst>
          </p:cNvPr>
          <p:cNvSpPr/>
          <p:nvPr/>
        </p:nvSpPr>
        <p:spPr>
          <a:xfrm>
            <a:off x="293617" y="6083392"/>
            <a:ext cx="2727681" cy="1518275"/>
          </a:xfrm>
          <a:custGeom>
            <a:avLst/>
            <a:gdLst>
              <a:gd name="connsiteX0" fmla="*/ 1023 w 2727681"/>
              <a:gd name="connsiteY0" fmla="*/ 1120048 h 1518275"/>
              <a:gd name="connsiteX1" fmla="*/ 488703 w 2727681"/>
              <a:gd name="connsiteY1" fmla="*/ 754288 h 1518275"/>
              <a:gd name="connsiteX2" fmla="*/ 1027183 w 2727681"/>
              <a:gd name="connsiteY2" fmla="*/ 43088 h 1518275"/>
              <a:gd name="connsiteX3" fmla="*/ 1606303 w 2727681"/>
              <a:gd name="connsiteY3" fmla="*/ 134528 h 1518275"/>
              <a:gd name="connsiteX4" fmla="*/ 2256543 w 2727681"/>
              <a:gd name="connsiteY4" fmla="*/ 591728 h 1518275"/>
              <a:gd name="connsiteX5" fmla="*/ 2723903 w 2727681"/>
              <a:gd name="connsiteY5" fmla="*/ 1475648 h 1518275"/>
              <a:gd name="connsiteX6" fmla="*/ 2002543 w 2727681"/>
              <a:gd name="connsiteY6" fmla="*/ 1323248 h 1518275"/>
              <a:gd name="connsiteX7" fmla="*/ 1921263 w 2727681"/>
              <a:gd name="connsiteY7" fmla="*/ 835568 h 1518275"/>
              <a:gd name="connsiteX8" fmla="*/ 1403103 w 2727681"/>
              <a:gd name="connsiteY8" fmla="*/ 652688 h 1518275"/>
              <a:gd name="connsiteX9" fmla="*/ 620783 w 2727681"/>
              <a:gd name="connsiteY9" fmla="*/ 1363888 h 1518275"/>
              <a:gd name="connsiteX10" fmla="*/ 1023 w 2727681"/>
              <a:gd name="connsiteY10" fmla="*/ 1120048 h 1518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27681" h="1518275">
                <a:moveTo>
                  <a:pt x="1023" y="1120048"/>
                </a:moveTo>
                <a:cubicBezTo>
                  <a:pt x="-20990" y="1018448"/>
                  <a:pt x="317676" y="933781"/>
                  <a:pt x="488703" y="754288"/>
                </a:cubicBezTo>
                <a:cubicBezTo>
                  <a:pt x="659730" y="574795"/>
                  <a:pt x="840916" y="146381"/>
                  <a:pt x="1027183" y="43088"/>
                </a:cubicBezTo>
                <a:cubicBezTo>
                  <a:pt x="1213450" y="-60205"/>
                  <a:pt x="1401410" y="43088"/>
                  <a:pt x="1606303" y="134528"/>
                </a:cubicBezTo>
                <a:cubicBezTo>
                  <a:pt x="1811196" y="225968"/>
                  <a:pt x="2070276" y="368208"/>
                  <a:pt x="2256543" y="591728"/>
                </a:cubicBezTo>
                <a:cubicBezTo>
                  <a:pt x="2442810" y="815248"/>
                  <a:pt x="2766236" y="1353728"/>
                  <a:pt x="2723903" y="1475648"/>
                </a:cubicBezTo>
                <a:cubicBezTo>
                  <a:pt x="2681570" y="1597568"/>
                  <a:pt x="2136316" y="1429928"/>
                  <a:pt x="2002543" y="1323248"/>
                </a:cubicBezTo>
                <a:cubicBezTo>
                  <a:pt x="1868770" y="1216568"/>
                  <a:pt x="2021170" y="947328"/>
                  <a:pt x="1921263" y="835568"/>
                </a:cubicBezTo>
                <a:cubicBezTo>
                  <a:pt x="1821356" y="723808"/>
                  <a:pt x="1619850" y="564635"/>
                  <a:pt x="1403103" y="652688"/>
                </a:cubicBezTo>
                <a:cubicBezTo>
                  <a:pt x="1186356" y="740741"/>
                  <a:pt x="854463" y="1280915"/>
                  <a:pt x="620783" y="1363888"/>
                </a:cubicBezTo>
                <a:cubicBezTo>
                  <a:pt x="387103" y="1446861"/>
                  <a:pt x="23036" y="1221648"/>
                  <a:pt x="1023" y="1120048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073161-C2DE-CB2B-F2B2-33AFB55DBC2A}"/>
              </a:ext>
            </a:extLst>
          </p:cNvPr>
          <p:cNvSpPr txBox="1"/>
          <p:nvPr/>
        </p:nvSpPr>
        <p:spPr>
          <a:xfrm>
            <a:off x="6096200" y="515251"/>
            <a:ext cx="5547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i="1" dirty="0">
                <a:solidFill>
                  <a:srgbClr val="9C89F5"/>
                </a:solidFill>
                <a:latin typeface="Inter" panose="02000503000000020004" pitchFamily="2" charset="0"/>
                <a:ea typeface="Inter" panose="02000503000000020004" pitchFamily="2" charset="0"/>
              </a:rPr>
              <a:t>Команда</a:t>
            </a:r>
            <a:r>
              <a:rPr lang="en-US" sz="3600" b="1" i="1" dirty="0">
                <a:solidFill>
                  <a:srgbClr val="9C89F5"/>
                </a:solidFill>
                <a:latin typeface="Inter" panose="02000503000000020004" pitchFamily="2" charset="0"/>
                <a:ea typeface="Inter" panose="02000503000000020004" pitchFamily="2" charset="0"/>
              </a:rPr>
              <a:t> “Z</a:t>
            </a:r>
            <a:r>
              <a:rPr lang="ru-RU" sz="3600" b="1" i="1" dirty="0" err="1">
                <a:solidFill>
                  <a:srgbClr val="9C89F5"/>
                </a:solidFill>
                <a:latin typeface="Inter" panose="02000503000000020004" pitchFamily="2" charset="0"/>
                <a:ea typeface="Inter" panose="02000503000000020004" pitchFamily="2" charset="0"/>
              </a:rPr>
              <a:t>адач</a:t>
            </a:r>
            <a:r>
              <a:rPr lang="en-US" sz="3600" b="1" i="1" dirty="0">
                <a:solidFill>
                  <a:srgbClr val="9C89F5"/>
                </a:solidFill>
                <a:latin typeface="Inter" panose="02000503000000020004" pitchFamily="2" charset="0"/>
                <a:ea typeface="Inter" panose="02000503000000020004" pitchFamily="2" charset="0"/>
              </a:rPr>
              <a:t>Ok”</a:t>
            </a:r>
            <a:endParaRPr lang="ru-RU" sz="3600" b="1" i="1" dirty="0">
              <a:solidFill>
                <a:srgbClr val="9C89F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56A70F0-B529-A65A-7E51-EDBBC1CF19D5}"/>
              </a:ext>
            </a:extLst>
          </p:cNvPr>
          <p:cNvSpPr/>
          <p:nvPr/>
        </p:nvSpPr>
        <p:spPr>
          <a:xfrm>
            <a:off x="6027362" y="1270391"/>
            <a:ext cx="5318876" cy="2964455"/>
          </a:xfrm>
          <a:prstGeom prst="roundRect">
            <a:avLst/>
          </a:prstGeom>
          <a:solidFill>
            <a:srgbClr val="F2CFEE"/>
          </a:solidFill>
          <a:ln>
            <a:solidFill>
              <a:srgbClr val="F2CF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solidFill>
                <a:schemeClr val="tx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algn="ctr"/>
            <a:r>
              <a:rPr lang="ru-RU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Владимир Мосякин – 5</a:t>
            </a:r>
          </a:p>
          <a:p>
            <a:pPr algn="ctr"/>
            <a:r>
              <a:rPr lang="ru-RU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Круглов Дмитрий – 5</a:t>
            </a:r>
          </a:p>
          <a:p>
            <a:pPr algn="ctr"/>
            <a:r>
              <a:rPr lang="ru-RU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Беляев Алексей – 5</a:t>
            </a:r>
          </a:p>
          <a:p>
            <a:pPr algn="ctr"/>
            <a:r>
              <a:rPr lang="ru-RU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Четвергов Илья – 5</a:t>
            </a:r>
          </a:p>
          <a:p>
            <a:pPr algn="ctr"/>
            <a:r>
              <a:rPr lang="ru-RU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Зыков Александр – 4</a:t>
            </a:r>
          </a:p>
          <a:p>
            <a:pPr algn="ctr"/>
            <a:r>
              <a:rPr lang="ru-RU" sz="2800" dirty="0" err="1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Лышова</a:t>
            </a:r>
            <a:r>
              <a:rPr lang="ru-RU" sz="28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Ксения - 3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3890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0BC7E-7A1F-3203-22B8-86FB5908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150E405-D0D9-2128-FE48-EF3C5B7231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36655C-3A32-9DAA-398C-1EA52E9146BD}"/>
              </a:ext>
            </a:extLst>
          </p:cNvPr>
          <p:cNvSpPr txBox="1"/>
          <p:nvPr/>
        </p:nvSpPr>
        <p:spPr>
          <a:xfrm>
            <a:off x="873761" y="2015697"/>
            <a:ext cx="91850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200" b="1" dirty="0">
                <a:latin typeface="Inter" panose="02000503000000020004" pitchFamily="2" charset="0"/>
                <a:ea typeface="Inter" panose="02000503000000020004" pitchFamily="2" charset="0"/>
              </a:rPr>
              <a:t>Спасибо за внимание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0CDED-439D-EE28-6813-822C4BBC6BF7}"/>
              </a:ext>
            </a:extLst>
          </p:cNvPr>
          <p:cNvSpPr txBox="1"/>
          <p:nvPr/>
        </p:nvSpPr>
        <p:spPr>
          <a:xfrm>
            <a:off x="8083681" y="2483299"/>
            <a:ext cx="43170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8 группа</a:t>
            </a:r>
          </a:p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Команда 8.2</a:t>
            </a:r>
          </a:p>
          <a:p>
            <a:endParaRPr lang="ru-RU" sz="28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Мосякин Владимир</a:t>
            </a:r>
          </a:p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Четвергов Илья</a:t>
            </a:r>
          </a:p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Круглов Дмитрий</a:t>
            </a:r>
          </a:p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Зыков Александр </a:t>
            </a:r>
          </a:p>
          <a:p>
            <a:r>
              <a:rPr lang="ru-RU" sz="2800" dirty="0" err="1">
                <a:latin typeface="Inter" panose="02000503000000020004" pitchFamily="2" charset="0"/>
                <a:ea typeface="Inter" panose="02000503000000020004" pitchFamily="2" charset="0"/>
              </a:rPr>
              <a:t>Лышова</a:t>
            </a:r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 Ксения</a:t>
            </a:r>
          </a:p>
          <a:p>
            <a:r>
              <a:rPr lang="ru-RU" sz="2800" dirty="0">
                <a:latin typeface="Inter" panose="02000503000000020004" pitchFamily="2" charset="0"/>
                <a:ea typeface="Inter" panose="02000503000000020004" pitchFamily="2" charset="0"/>
              </a:rPr>
              <a:t>Беляев Алексей </a:t>
            </a: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DD6512BD-8954-D5D7-C0C4-CCBCBBDF9C75}"/>
              </a:ext>
            </a:extLst>
          </p:cNvPr>
          <p:cNvSpPr/>
          <p:nvPr/>
        </p:nvSpPr>
        <p:spPr>
          <a:xfrm>
            <a:off x="289758" y="5408797"/>
            <a:ext cx="5900073" cy="2187732"/>
          </a:xfrm>
          <a:custGeom>
            <a:avLst/>
            <a:gdLst>
              <a:gd name="connsiteX0" fmla="*/ 4475282 w 5900073"/>
              <a:gd name="connsiteY0" fmla="*/ 2140083 h 2187732"/>
              <a:gd name="connsiteX1" fmla="*/ 4556562 w 5900073"/>
              <a:gd name="connsiteY1" fmla="*/ 2079123 h 2187732"/>
              <a:gd name="connsiteX2" fmla="*/ 5887522 w 5900073"/>
              <a:gd name="connsiteY2" fmla="*/ 1235843 h 2187732"/>
              <a:gd name="connsiteX3" fmla="*/ 5156002 w 5900073"/>
              <a:gd name="connsiteY3" fmla="*/ 423043 h 2187732"/>
              <a:gd name="connsiteX4" fmla="*/ 4018082 w 5900073"/>
              <a:gd name="connsiteY4" fmla="*/ 16643 h 2187732"/>
              <a:gd name="connsiteX5" fmla="*/ 3886002 w 5900073"/>
              <a:gd name="connsiteY5" fmla="*/ 961523 h 2187732"/>
              <a:gd name="connsiteX6" fmla="*/ 2707442 w 5900073"/>
              <a:gd name="connsiteY6" fmla="*/ 484003 h 2187732"/>
              <a:gd name="connsiteX7" fmla="*/ 1305362 w 5900073"/>
              <a:gd name="connsiteY7" fmla="*/ 829443 h 2187732"/>
              <a:gd name="connsiteX8" fmla="*/ 482402 w 5900073"/>
              <a:gd name="connsiteY8" fmla="*/ 504323 h 2187732"/>
              <a:gd name="connsiteX9" fmla="*/ 4882 w 5900073"/>
              <a:gd name="connsiteY9" fmla="*/ 900563 h 2187732"/>
              <a:gd name="connsiteX10" fmla="*/ 766882 w 5900073"/>
              <a:gd name="connsiteY10" fmla="*/ 1439043 h 2187732"/>
              <a:gd name="connsiteX11" fmla="*/ 1152962 w 5900073"/>
              <a:gd name="connsiteY11" fmla="*/ 1967363 h 2187732"/>
              <a:gd name="connsiteX12" fmla="*/ 1742242 w 5900073"/>
              <a:gd name="connsiteY12" fmla="*/ 1388243 h 2187732"/>
              <a:gd name="connsiteX13" fmla="*/ 2717602 w 5900073"/>
              <a:gd name="connsiteY13" fmla="*/ 1571123 h 2187732"/>
              <a:gd name="connsiteX14" fmla="*/ 3662482 w 5900073"/>
              <a:gd name="connsiteY14" fmla="*/ 1825123 h 2187732"/>
              <a:gd name="connsiteX15" fmla="*/ 4719122 w 5900073"/>
              <a:gd name="connsiteY15" fmla="*/ 1266323 h 2187732"/>
              <a:gd name="connsiteX16" fmla="*/ 4475282 w 5900073"/>
              <a:gd name="connsiteY16" fmla="*/ 2140083 h 218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900073" h="2187732">
                <a:moveTo>
                  <a:pt x="4475282" y="2140083"/>
                </a:moveTo>
                <a:cubicBezTo>
                  <a:pt x="4448189" y="2275550"/>
                  <a:pt x="4556562" y="2079123"/>
                  <a:pt x="4556562" y="2079123"/>
                </a:cubicBezTo>
                <a:cubicBezTo>
                  <a:pt x="4791935" y="1928416"/>
                  <a:pt x="5787615" y="1511856"/>
                  <a:pt x="5887522" y="1235843"/>
                </a:cubicBezTo>
                <a:cubicBezTo>
                  <a:pt x="5987429" y="959830"/>
                  <a:pt x="5467575" y="626243"/>
                  <a:pt x="5156002" y="423043"/>
                </a:cubicBezTo>
                <a:cubicBezTo>
                  <a:pt x="4844429" y="219843"/>
                  <a:pt x="4229749" y="-73104"/>
                  <a:pt x="4018082" y="16643"/>
                </a:cubicBezTo>
                <a:cubicBezTo>
                  <a:pt x="3806415" y="106390"/>
                  <a:pt x="4104442" y="883630"/>
                  <a:pt x="3886002" y="961523"/>
                </a:cubicBezTo>
                <a:cubicBezTo>
                  <a:pt x="3667562" y="1039416"/>
                  <a:pt x="3137549" y="506016"/>
                  <a:pt x="2707442" y="484003"/>
                </a:cubicBezTo>
                <a:cubicBezTo>
                  <a:pt x="2277335" y="461990"/>
                  <a:pt x="1676202" y="826056"/>
                  <a:pt x="1305362" y="829443"/>
                </a:cubicBezTo>
                <a:cubicBezTo>
                  <a:pt x="934522" y="832830"/>
                  <a:pt x="699149" y="492470"/>
                  <a:pt x="482402" y="504323"/>
                </a:cubicBezTo>
                <a:cubicBezTo>
                  <a:pt x="265655" y="516176"/>
                  <a:pt x="-42531" y="744776"/>
                  <a:pt x="4882" y="900563"/>
                </a:cubicBezTo>
                <a:cubicBezTo>
                  <a:pt x="52295" y="1056350"/>
                  <a:pt x="575535" y="1261243"/>
                  <a:pt x="766882" y="1439043"/>
                </a:cubicBezTo>
                <a:cubicBezTo>
                  <a:pt x="958229" y="1616843"/>
                  <a:pt x="990402" y="1975830"/>
                  <a:pt x="1152962" y="1967363"/>
                </a:cubicBezTo>
                <a:cubicBezTo>
                  <a:pt x="1315522" y="1958896"/>
                  <a:pt x="1481469" y="1454283"/>
                  <a:pt x="1742242" y="1388243"/>
                </a:cubicBezTo>
                <a:cubicBezTo>
                  <a:pt x="2003015" y="1322203"/>
                  <a:pt x="2397562" y="1498310"/>
                  <a:pt x="2717602" y="1571123"/>
                </a:cubicBezTo>
                <a:cubicBezTo>
                  <a:pt x="3037642" y="1643936"/>
                  <a:pt x="3328895" y="1875923"/>
                  <a:pt x="3662482" y="1825123"/>
                </a:cubicBezTo>
                <a:cubicBezTo>
                  <a:pt x="3996069" y="1774323"/>
                  <a:pt x="4587042" y="1212136"/>
                  <a:pt x="4719122" y="1266323"/>
                </a:cubicBezTo>
                <a:cubicBezTo>
                  <a:pt x="4851202" y="1320510"/>
                  <a:pt x="4502375" y="2004616"/>
                  <a:pt x="4475282" y="2140083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5EDECDA4-BEB8-B02F-2B97-8B373BAAFD96}"/>
              </a:ext>
            </a:extLst>
          </p:cNvPr>
          <p:cNvSpPr/>
          <p:nvPr/>
        </p:nvSpPr>
        <p:spPr>
          <a:xfrm rot="3296746">
            <a:off x="9186000" y="-210209"/>
            <a:ext cx="4136291" cy="1884652"/>
          </a:xfrm>
          <a:custGeom>
            <a:avLst/>
            <a:gdLst>
              <a:gd name="connsiteX0" fmla="*/ 923542 w 4136291"/>
              <a:gd name="connsiteY0" fmla="*/ 125798 h 1884652"/>
              <a:gd name="connsiteX1" fmla="*/ 19302 w 4136291"/>
              <a:gd name="connsiteY1" fmla="*/ 318838 h 1884652"/>
              <a:gd name="connsiteX2" fmla="*/ 385062 w 4136291"/>
              <a:gd name="connsiteY2" fmla="*/ 826838 h 1884652"/>
              <a:gd name="connsiteX3" fmla="*/ 1309622 w 4136291"/>
              <a:gd name="connsiteY3" fmla="*/ 816678 h 1884652"/>
              <a:gd name="connsiteX4" fmla="*/ 1319782 w 4136291"/>
              <a:gd name="connsiteY4" fmla="*/ 1863158 h 1884652"/>
              <a:gd name="connsiteX5" fmla="*/ 2427222 w 4136291"/>
              <a:gd name="connsiteY5" fmla="*/ 1487238 h 1884652"/>
              <a:gd name="connsiteX6" fmla="*/ 2244342 w 4136291"/>
              <a:gd name="connsiteY6" fmla="*/ 1060518 h 1884652"/>
              <a:gd name="connsiteX7" fmla="*/ 3118102 w 4136291"/>
              <a:gd name="connsiteY7" fmla="*/ 958918 h 1884652"/>
              <a:gd name="connsiteX8" fmla="*/ 4123942 w 4136291"/>
              <a:gd name="connsiteY8" fmla="*/ 1212918 h 1884652"/>
              <a:gd name="connsiteX9" fmla="*/ 3575302 w 4136291"/>
              <a:gd name="connsiteY9" fmla="*/ 14038 h 1884652"/>
              <a:gd name="connsiteX10" fmla="*/ 2102102 w 4136291"/>
              <a:gd name="connsiteY10" fmla="*/ 582998 h 1884652"/>
              <a:gd name="connsiteX11" fmla="*/ 1797302 w 4136291"/>
              <a:gd name="connsiteY11" fmla="*/ 979238 h 1884652"/>
              <a:gd name="connsiteX12" fmla="*/ 1594102 w 4136291"/>
              <a:gd name="connsiteY12" fmla="*/ 603318 h 1884652"/>
              <a:gd name="connsiteX13" fmla="*/ 1055622 w 4136291"/>
              <a:gd name="connsiteY13" fmla="*/ 491558 h 1884652"/>
              <a:gd name="connsiteX14" fmla="*/ 923542 w 4136291"/>
              <a:gd name="connsiteY14" fmla="*/ 125798 h 1884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36291" h="1884652">
                <a:moveTo>
                  <a:pt x="923542" y="125798"/>
                </a:moveTo>
                <a:cubicBezTo>
                  <a:pt x="750822" y="97011"/>
                  <a:pt x="109049" y="201998"/>
                  <a:pt x="19302" y="318838"/>
                </a:cubicBezTo>
                <a:cubicBezTo>
                  <a:pt x="-70445" y="435678"/>
                  <a:pt x="170009" y="743865"/>
                  <a:pt x="385062" y="826838"/>
                </a:cubicBezTo>
                <a:cubicBezTo>
                  <a:pt x="600115" y="909811"/>
                  <a:pt x="1153835" y="643958"/>
                  <a:pt x="1309622" y="816678"/>
                </a:cubicBezTo>
                <a:cubicBezTo>
                  <a:pt x="1465409" y="989398"/>
                  <a:pt x="1133515" y="1751398"/>
                  <a:pt x="1319782" y="1863158"/>
                </a:cubicBezTo>
                <a:cubicBezTo>
                  <a:pt x="1506049" y="1974918"/>
                  <a:pt x="2273129" y="1621011"/>
                  <a:pt x="2427222" y="1487238"/>
                </a:cubicBezTo>
                <a:cubicBezTo>
                  <a:pt x="2581315" y="1353465"/>
                  <a:pt x="2129195" y="1148571"/>
                  <a:pt x="2244342" y="1060518"/>
                </a:cubicBezTo>
                <a:cubicBezTo>
                  <a:pt x="2359489" y="972465"/>
                  <a:pt x="2804835" y="933518"/>
                  <a:pt x="3118102" y="958918"/>
                </a:cubicBezTo>
                <a:cubicBezTo>
                  <a:pt x="3431369" y="984318"/>
                  <a:pt x="4047742" y="1370398"/>
                  <a:pt x="4123942" y="1212918"/>
                </a:cubicBezTo>
                <a:cubicBezTo>
                  <a:pt x="4200142" y="1055438"/>
                  <a:pt x="3912275" y="119025"/>
                  <a:pt x="3575302" y="14038"/>
                </a:cubicBezTo>
                <a:cubicBezTo>
                  <a:pt x="3238329" y="-90949"/>
                  <a:pt x="2398435" y="422131"/>
                  <a:pt x="2102102" y="582998"/>
                </a:cubicBezTo>
                <a:cubicBezTo>
                  <a:pt x="1805769" y="743865"/>
                  <a:pt x="1881969" y="975851"/>
                  <a:pt x="1797302" y="979238"/>
                </a:cubicBezTo>
                <a:cubicBezTo>
                  <a:pt x="1712635" y="982625"/>
                  <a:pt x="1717715" y="684598"/>
                  <a:pt x="1594102" y="603318"/>
                </a:cubicBezTo>
                <a:cubicBezTo>
                  <a:pt x="1470489" y="522038"/>
                  <a:pt x="1170769" y="567758"/>
                  <a:pt x="1055622" y="491558"/>
                </a:cubicBezTo>
                <a:cubicBezTo>
                  <a:pt x="940475" y="415358"/>
                  <a:pt x="1096262" y="154585"/>
                  <a:pt x="923542" y="125798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9F108F99-2EA3-05F7-77A8-6D7F764F37BD}"/>
              </a:ext>
            </a:extLst>
          </p:cNvPr>
          <p:cNvSpPr/>
          <p:nvPr/>
        </p:nvSpPr>
        <p:spPr>
          <a:xfrm>
            <a:off x="-1743758" y="-249872"/>
            <a:ext cx="5477551" cy="1832218"/>
          </a:xfrm>
          <a:custGeom>
            <a:avLst/>
            <a:gdLst>
              <a:gd name="connsiteX0" fmla="*/ 721717 w 5477551"/>
              <a:gd name="connsiteY0" fmla="*/ 1709365 h 1832218"/>
              <a:gd name="connsiteX1" fmla="*/ 792837 w 5477551"/>
              <a:gd name="connsiteY1" fmla="*/ 1719525 h 1832218"/>
              <a:gd name="connsiteX2" fmla="*/ 2448917 w 5477551"/>
              <a:gd name="connsiteY2" fmla="*/ 1689045 h 1832218"/>
              <a:gd name="connsiteX3" fmla="*/ 2855317 w 5477551"/>
              <a:gd name="connsiteY3" fmla="*/ 1160725 h 1832218"/>
              <a:gd name="connsiteX4" fmla="*/ 4135477 w 5477551"/>
              <a:gd name="connsiteY4" fmla="*/ 1821125 h 1832218"/>
              <a:gd name="connsiteX5" fmla="*/ 5466437 w 5477551"/>
              <a:gd name="connsiteY5" fmla="*/ 1546805 h 1832218"/>
              <a:gd name="connsiteX6" fmla="*/ 4745077 w 5477551"/>
              <a:gd name="connsiteY6" fmla="*/ 1181045 h 1832218"/>
              <a:gd name="connsiteX7" fmla="*/ 4267557 w 5477551"/>
              <a:gd name="connsiteY7" fmla="*/ 337765 h 1832218"/>
              <a:gd name="connsiteX8" fmla="*/ 3119477 w 5477551"/>
              <a:gd name="connsiteY8" fmla="*/ 703525 h 1832218"/>
              <a:gd name="connsiteX9" fmla="*/ 2235557 w 5477551"/>
              <a:gd name="connsiteY9" fmla="*/ 2485 h 1832218"/>
              <a:gd name="connsiteX10" fmla="*/ 2154277 w 5477551"/>
              <a:gd name="connsiteY10" fmla="*/ 998165 h 1832218"/>
              <a:gd name="connsiteX11" fmla="*/ 1554837 w 5477551"/>
              <a:gd name="connsiteY11" fmla="*/ 703525 h 1832218"/>
              <a:gd name="connsiteX12" fmla="*/ 620117 w 5477551"/>
              <a:gd name="connsiteY12" fmla="*/ 408885 h 1832218"/>
              <a:gd name="connsiteX13" fmla="*/ 357 w 5477551"/>
              <a:gd name="connsiteY13" fmla="*/ 1130245 h 1832218"/>
              <a:gd name="connsiteX14" fmla="*/ 721717 w 5477551"/>
              <a:gd name="connsiteY14" fmla="*/ 1709365 h 183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477551" h="1832218">
                <a:moveTo>
                  <a:pt x="721717" y="1709365"/>
                </a:moveTo>
                <a:cubicBezTo>
                  <a:pt x="853797" y="1807578"/>
                  <a:pt x="792837" y="1719525"/>
                  <a:pt x="792837" y="1719525"/>
                </a:cubicBezTo>
                <a:cubicBezTo>
                  <a:pt x="1080704" y="1716138"/>
                  <a:pt x="2105170" y="1782178"/>
                  <a:pt x="2448917" y="1689045"/>
                </a:cubicBezTo>
                <a:cubicBezTo>
                  <a:pt x="2792664" y="1595912"/>
                  <a:pt x="2574224" y="1138712"/>
                  <a:pt x="2855317" y="1160725"/>
                </a:cubicBezTo>
                <a:cubicBezTo>
                  <a:pt x="3136410" y="1182738"/>
                  <a:pt x="3700290" y="1756778"/>
                  <a:pt x="4135477" y="1821125"/>
                </a:cubicBezTo>
                <a:cubicBezTo>
                  <a:pt x="4570664" y="1885472"/>
                  <a:pt x="5364837" y="1653485"/>
                  <a:pt x="5466437" y="1546805"/>
                </a:cubicBezTo>
                <a:cubicBezTo>
                  <a:pt x="5568037" y="1440125"/>
                  <a:pt x="4944890" y="1382552"/>
                  <a:pt x="4745077" y="1181045"/>
                </a:cubicBezTo>
                <a:cubicBezTo>
                  <a:pt x="4545264" y="979538"/>
                  <a:pt x="4538490" y="417352"/>
                  <a:pt x="4267557" y="337765"/>
                </a:cubicBezTo>
                <a:cubicBezTo>
                  <a:pt x="3996624" y="258178"/>
                  <a:pt x="3458144" y="759405"/>
                  <a:pt x="3119477" y="703525"/>
                </a:cubicBezTo>
                <a:cubicBezTo>
                  <a:pt x="2780810" y="647645"/>
                  <a:pt x="2396424" y="-46622"/>
                  <a:pt x="2235557" y="2485"/>
                </a:cubicBezTo>
                <a:cubicBezTo>
                  <a:pt x="2074690" y="51592"/>
                  <a:pt x="2267730" y="881325"/>
                  <a:pt x="2154277" y="998165"/>
                </a:cubicBezTo>
                <a:cubicBezTo>
                  <a:pt x="2040824" y="1115005"/>
                  <a:pt x="1810530" y="801738"/>
                  <a:pt x="1554837" y="703525"/>
                </a:cubicBezTo>
                <a:cubicBezTo>
                  <a:pt x="1299144" y="605312"/>
                  <a:pt x="879197" y="337765"/>
                  <a:pt x="620117" y="408885"/>
                </a:cubicBezTo>
                <a:cubicBezTo>
                  <a:pt x="361037" y="480005"/>
                  <a:pt x="-13190" y="911805"/>
                  <a:pt x="357" y="1130245"/>
                </a:cubicBezTo>
                <a:cubicBezTo>
                  <a:pt x="13904" y="1348685"/>
                  <a:pt x="589637" y="1611152"/>
                  <a:pt x="721717" y="1709365"/>
                </a:cubicBezTo>
                <a:close/>
              </a:path>
            </a:pathLst>
          </a:custGeom>
          <a:solidFill>
            <a:srgbClr val="9C89F5"/>
          </a:solidFill>
          <a:ln>
            <a:solidFill>
              <a:srgbClr val="9C8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0009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7006</TotalTime>
  <Words>350</Words>
  <Application>Microsoft Office PowerPoint</Application>
  <PresentationFormat>Широкоэкранный</PresentationFormat>
  <Paragraphs>159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Inter</vt:lpstr>
      <vt:lpstr>YS Text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t7307</dc:creator>
  <cp:lastModifiedBy>Volodya Limov</cp:lastModifiedBy>
  <cp:revision>25</cp:revision>
  <dcterms:created xsi:type="dcterms:W3CDTF">2025-05-19T01:36:01Z</dcterms:created>
  <dcterms:modified xsi:type="dcterms:W3CDTF">2025-06-04T19:44:02Z</dcterms:modified>
</cp:coreProperties>
</file>